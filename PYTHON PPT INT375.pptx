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5"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7DB92-D122-0F41-A11F-A3E49709570D}" v="13" dt="2025-04-16T06:32:09.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49"/>
    <p:restoredTop sz="94691"/>
  </p:normalViewPr>
  <p:slideViewPr>
    <p:cSldViewPr snapToGrid="0">
      <p:cViewPr varScale="1">
        <p:scale>
          <a:sx n="122" d="100"/>
          <a:sy n="122" d="100"/>
        </p:scale>
        <p:origin x="288" y="216"/>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rabh Kumar Kumar" userId="85ceb1c9-cfab-42ce-afb8-c9da3c59b5c4" providerId="ADAL" clId="{3D17DB92-D122-0F41-A11F-A3E49709570D}"/>
    <pc:docChg chg="undo custSel addSld delSld modSld">
      <pc:chgData name="Saurabh Kumar Kumar" userId="85ceb1c9-cfab-42ce-afb8-c9da3c59b5c4" providerId="ADAL" clId="{3D17DB92-D122-0F41-A11F-A3E49709570D}" dt="2025-04-16T06:32:31.380" v="157" actId="27636"/>
      <pc:docMkLst>
        <pc:docMk/>
      </pc:docMkLst>
      <pc:sldChg chg="delSp modSp mod delDesignElem">
        <pc:chgData name="Saurabh Kumar Kumar" userId="85ceb1c9-cfab-42ce-afb8-c9da3c59b5c4" providerId="ADAL" clId="{3D17DB92-D122-0F41-A11F-A3E49709570D}" dt="2025-04-16T06:32:09.979" v="142" actId="27636"/>
        <pc:sldMkLst>
          <pc:docMk/>
          <pc:sldMk cId="1920326798" sldId="256"/>
        </pc:sldMkLst>
        <pc:spChg chg="mod">
          <ac:chgData name="Saurabh Kumar Kumar" userId="85ceb1c9-cfab-42ce-afb8-c9da3c59b5c4" providerId="ADAL" clId="{3D17DB92-D122-0F41-A11F-A3E49709570D}" dt="2025-04-16T06:32:09.979" v="142" actId="27636"/>
          <ac:spMkLst>
            <pc:docMk/>
            <pc:sldMk cId="1920326798" sldId="256"/>
            <ac:spMk id="2" creationId="{A3E048E8-BE7A-DD1B-B783-58E5A10D5A66}"/>
          </ac:spMkLst>
        </pc:spChg>
        <pc:spChg chg="del">
          <ac:chgData name="Saurabh Kumar Kumar" userId="85ceb1c9-cfab-42ce-afb8-c9da3c59b5c4" providerId="ADAL" clId="{3D17DB92-D122-0F41-A11F-A3E49709570D}" dt="2025-04-16T06:32:09.907" v="140"/>
          <ac:spMkLst>
            <pc:docMk/>
            <pc:sldMk cId="1920326798" sldId="256"/>
            <ac:spMk id="9" creationId="{B7E2F724-2FB3-4D1D-A730-739B8654C030}"/>
          </ac:spMkLst>
        </pc:spChg>
        <pc:spChg chg="del">
          <ac:chgData name="Saurabh Kumar Kumar" userId="85ceb1c9-cfab-42ce-afb8-c9da3c59b5c4" providerId="ADAL" clId="{3D17DB92-D122-0F41-A11F-A3E49709570D}" dt="2025-04-16T06:32:09.907" v="140"/>
          <ac:spMkLst>
            <pc:docMk/>
            <pc:sldMk cId="1920326798" sldId="256"/>
            <ac:spMk id="11" creationId="{B2C335F7-F61C-4EB4-80F2-4B1438FE66BB}"/>
          </ac:spMkLst>
        </pc:spChg>
      </pc:sldChg>
      <pc:sldChg chg="modSp mod">
        <pc:chgData name="Saurabh Kumar Kumar" userId="85ceb1c9-cfab-42ce-afb8-c9da3c59b5c4" providerId="ADAL" clId="{3D17DB92-D122-0F41-A11F-A3E49709570D}" dt="2025-04-16T06:32:09.984" v="143" actId="27636"/>
        <pc:sldMkLst>
          <pc:docMk/>
          <pc:sldMk cId="1278179845" sldId="257"/>
        </pc:sldMkLst>
        <pc:spChg chg="mod">
          <ac:chgData name="Saurabh Kumar Kumar" userId="85ceb1c9-cfab-42ce-afb8-c9da3c59b5c4" providerId="ADAL" clId="{3D17DB92-D122-0F41-A11F-A3E49709570D}" dt="2025-04-16T06:32:09.984" v="143" actId="27636"/>
          <ac:spMkLst>
            <pc:docMk/>
            <pc:sldMk cId="1278179845" sldId="257"/>
            <ac:spMk id="2" creationId="{A05B3780-E654-A896-66C6-FB36ECBCD60E}"/>
          </ac:spMkLst>
        </pc:spChg>
      </pc:sldChg>
      <pc:sldChg chg="delSp modSp mod delDesignElem">
        <pc:chgData name="Saurabh Kumar Kumar" userId="85ceb1c9-cfab-42ce-afb8-c9da3c59b5c4" providerId="ADAL" clId="{3D17DB92-D122-0F41-A11F-A3E49709570D}" dt="2025-04-16T06:32:09.993" v="144" actId="27636"/>
        <pc:sldMkLst>
          <pc:docMk/>
          <pc:sldMk cId="417581243" sldId="259"/>
        </pc:sldMkLst>
        <pc:spChg chg="mod">
          <ac:chgData name="Saurabh Kumar Kumar" userId="85ceb1c9-cfab-42ce-afb8-c9da3c59b5c4" providerId="ADAL" clId="{3D17DB92-D122-0F41-A11F-A3E49709570D}" dt="2025-04-16T06:32:09.993" v="144" actId="27636"/>
          <ac:spMkLst>
            <pc:docMk/>
            <pc:sldMk cId="417581243" sldId="259"/>
            <ac:spMk id="2" creationId="{1F8FDDD6-7F89-BA33-7ACC-A689A533A16F}"/>
          </ac:spMkLst>
        </pc:spChg>
        <pc:spChg chg="del">
          <ac:chgData name="Saurabh Kumar Kumar" userId="85ceb1c9-cfab-42ce-afb8-c9da3c59b5c4" providerId="ADAL" clId="{3D17DB92-D122-0F41-A11F-A3E49709570D}" dt="2025-04-16T06:32:09.907" v="140"/>
          <ac:spMkLst>
            <pc:docMk/>
            <pc:sldMk cId="417581243" sldId="259"/>
            <ac:spMk id="9" creationId="{774A975B-A886-5202-0489-6965514A0D14}"/>
          </ac:spMkLst>
        </pc:spChg>
        <pc:spChg chg="del">
          <ac:chgData name="Saurabh Kumar Kumar" userId="85ceb1c9-cfab-42ce-afb8-c9da3c59b5c4" providerId="ADAL" clId="{3D17DB92-D122-0F41-A11F-A3E49709570D}" dt="2025-04-16T06:32:09.907" v="140"/>
          <ac:spMkLst>
            <pc:docMk/>
            <pc:sldMk cId="417581243" sldId="259"/>
            <ac:spMk id="11" creationId="{EA67E988-5919-57BB-C7DE-D3EAD38A3045}"/>
          </ac:spMkLst>
        </pc:spChg>
        <pc:spChg chg="del">
          <ac:chgData name="Saurabh Kumar Kumar" userId="85ceb1c9-cfab-42ce-afb8-c9da3c59b5c4" providerId="ADAL" clId="{3D17DB92-D122-0F41-A11F-A3E49709570D}" dt="2025-04-16T06:32:09.907" v="140"/>
          <ac:spMkLst>
            <pc:docMk/>
            <pc:sldMk cId="417581243" sldId="259"/>
            <ac:spMk id="13" creationId="{FAF3766F-DEF3-4802-BB0D-7A18EDD9704F}"/>
          </ac:spMkLst>
        </pc:spChg>
        <pc:spChg chg="del">
          <ac:chgData name="Saurabh Kumar Kumar" userId="85ceb1c9-cfab-42ce-afb8-c9da3c59b5c4" providerId="ADAL" clId="{3D17DB92-D122-0F41-A11F-A3E49709570D}" dt="2025-04-16T06:32:09.907" v="140"/>
          <ac:spMkLst>
            <pc:docMk/>
            <pc:sldMk cId="417581243" sldId="259"/>
            <ac:spMk id="27" creationId="{81F0C179-4DBF-6AB9-CD0B-9224A0C885A4}"/>
          </ac:spMkLst>
        </pc:spChg>
      </pc:sldChg>
      <pc:sldChg chg="delSp delDesignElem">
        <pc:chgData name="Saurabh Kumar Kumar" userId="85ceb1c9-cfab-42ce-afb8-c9da3c59b5c4" providerId="ADAL" clId="{3D17DB92-D122-0F41-A11F-A3E49709570D}" dt="2025-04-16T06:32:09.907" v="140"/>
        <pc:sldMkLst>
          <pc:docMk/>
          <pc:sldMk cId="3469232521" sldId="260"/>
        </pc:sldMkLst>
        <pc:spChg chg="del">
          <ac:chgData name="Saurabh Kumar Kumar" userId="85ceb1c9-cfab-42ce-afb8-c9da3c59b5c4" providerId="ADAL" clId="{3D17DB92-D122-0F41-A11F-A3E49709570D}" dt="2025-04-16T06:32:09.907" v="140"/>
          <ac:spMkLst>
            <pc:docMk/>
            <pc:sldMk cId="3469232521" sldId="260"/>
            <ac:spMk id="20" creationId="{839C2F19-8FC2-4576-A76C-228178053632}"/>
          </ac:spMkLst>
        </pc:spChg>
        <pc:spChg chg="del">
          <ac:chgData name="Saurabh Kumar Kumar" userId="85ceb1c9-cfab-42ce-afb8-c9da3c59b5c4" providerId="ADAL" clId="{3D17DB92-D122-0F41-A11F-A3E49709570D}" dt="2025-04-16T06:32:09.907" v="140"/>
          <ac:spMkLst>
            <pc:docMk/>
            <pc:sldMk cId="3469232521" sldId="260"/>
            <ac:spMk id="22" creationId="{2CA7A481-09B7-459B-9BA1-EA1BEB4FC247}"/>
          </ac:spMkLst>
        </pc:spChg>
      </pc:sldChg>
      <pc:sldChg chg="delSp modSp mod delDesignElem">
        <pc:chgData name="Saurabh Kumar Kumar" userId="85ceb1c9-cfab-42ce-afb8-c9da3c59b5c4" providerId="ADAL" clId="{3D17DB92-D122-0F41-A11F-A3E49709570D}" dt="2025-04-16T06:32:09.999" v="145" actId="27636"/>
        <pc:sldMkLst>
          <pc:docMk/>
          <pc:sldMk cId="898428747" sldId="261"/>
        </pc:sldMkLst>
        <pc:spChg chg="mod">
          <ac:chgData name="Saurabh Kumar Kumar" userId="85ceb1c9-cfab-42ce-afb8-c9da3c59b5c4" providerId="ADAL" clId="{3D17DB92-D122-0F41-A11F-A3E49709570D}" dt="2025-04-16T06:32:09.999" v="145" actId="27636"/>
          <ac:spMkLst>
            <pc:docMk/>
            <pc:sldMk cId="898428747" sldId="261"/>
            <ac:spMk id="2" creationId="{90CB52E0-8331-9BAB-F58C-6F25477FF64D}"/>
          </ac:spMkLst>
        </pc:spChg>
        <pc:spChg chg="del">
          <ac:chgData name="Saurabh Kumar Kumar" userId="85ceb1c9-cfab-42ce-afb8-c9da3c59b5c4" providerId="ADAL" clId="{3D17DB92-D122-0F41-A11F-A3E49709570D}" dt="2025-04-16T06:32:09.907" v="140"/>
          <ac:spMkLst>
            <pc:docMk/>
            <pc:sldMk cId="898428747" sldId="261"/>
            <ac:spMk id="10" creationId="{774A975B-A886-5202-0489-6965514A0D14}"/>
          </ac:spMkLst>
        </pc:spChg>
        <pc:spChg chg="del">
          <ac:chgData name="Saurabh Kumar Kumar" userId="85ceb1c9-cfab-42ce-afb8-c9da3c59b5c4" providerId="ADAL" clId="{3D17DB92-D122-0F41-A11F-A3E49709570D}" dt="2025-04-16T06:32:09.907" v="140"/>
          <ac:spMkLst>
            <pc:docMk/>
            <pc:sldMk cId="898428747" sldId="261"/>
            <ac:spMk id="12" creationId="{EA67E988-5919-57BB-C7DE-D3EAD38A3045}"/>
          </ac:spMkLst>
        </pc:spChg>
        <pc:spChg chg="del">
          <ac:chgData name="Saurabh Kumar Kumar" userId="85ceb1c9-cfab-42ce-afb8-c9da3c59b5c4" providerId="ADAL" clId="{3D17DB92-D122-0F41-A11F-A3E49709570D}" dt="2025-04-16T06:32:09.907" v="140"/>
          <ac:spMkLst>
            <pc:docMk/>
            <pc:sldMk cId="898428747" sldId="261"/>
            <ac:spMk id="14" creationId="{DD1980C8-FD80-43D8-9D6A-0262A4D53391}"/>
          </ac:spMkLst>
        </pc:spChg>
        <pc:spChg chg="del">
          <ac:chgData name="Saurabh Kumar Kumar" userId="85ceb1c9-cfab-42ce-afb8-c9da3c59b5c4" providerId="ADAL" clId="{3D17DB92-D122-0F41-A11F-A3E49709570D}" dt="2025-04-16T06:32:09.907" v="140"/>
          <ac:spMkLst>
            <pc:docMk/>
            <pc:sldMk cId="898428747" sldId="261"/>
            <ac:spMk id="16" creationId="{B2C335F7-F61C-4EB4-80F2-4B1438FE66BB}"/>
          </ac:spMkLst>
        </pc:spChg>
        <pc:spChg chg="del">
          <ac:chgData name="Saurabh Kumar Kumar" userId="85ceb1c9-cfab-42ce-afb8-c9da3c59b5c4" providerId="ADAL" clId="{3D17DB92-D122-0F41-A11F-A3E49709570D}" dt="2025-04-16T06:32:09.907" v="140"/>
          <ac:spMkLst>
            <pc:docMk/>
            <pc:sldMk cId="898428747" sldId="261"/>
            <ac:spMk id="18" creationId="{F1189494-2B67-46D2-93D6-A122A09BF6B2}"/>
          </ac:spMkLst>
        </pc:spChg>
      </pc:sldChg>
      <pc:sldChg chg="delSp modSp mod delDesignElem">
        <pc:chgData name="Saurabh Kumar Kumar" userId="85ceb1c9-cfab-42ce-afb8-c9da3c59b5c4" providerId="ADAL" clId="{3D17DB92-D122-0F41-A11F-A3E49709570D}" dt="2025-04-16T06:32:10.004" v="146" actId="27636"/>
        <pc:sldMkLst>
          <pc:docMk/>
          <pc:sldMk cId="7611142" sldId="262"/>
        </pc:sldMkLst>
        <pc:spChg chg="mod">
          <ac:chgData name="Saurabh Kumar Kumar" userId="85ceb1c9-cfab-42ce-afb8-c9da3c59b5c4" providerId="ADAL" clId="{3D17DB92-D122-0F41-A11F-A3E49709570D}" dt="2025-04-16T06:32:10.004" v="146" actId="27636"/>
          <ac:spMkLst>
            <pc:docMk/>
            <pc:sldMk cId="7611142" sldId="262"/>
            <ac:spMk id="2" creationId="{2F2B439A-22E6-2D3A-5B56-11A6C0A9924A}"/>
          </ac:spMkLst>
        </pc:spChg>
        <pc:spChg chg="del">
          <ac:chgData name="Saurabh Kumar Kumar" userId="85ceb1c9-cfab-42ce-afb8-c9da3c59b5c4" providerId="ADAL" clId="{3D17DB92-D122-0F41-A11F-A3E49709570D}" dt="2025-04-16T06:32:09.907" v="140"/>
          <ac:spMkLst>
            <pc:docMk/>
            <pc:sldMk cId="7611142" sldId="262"/>
            <ac:spMk id="29" creationId="{774A975B-A886-5202-0489-6965514A0D14}"/>
          </ac:spMkLst>
        </pc:spChg>
        <pc:spChg chg="del">
          <ac:chgData name="Saurabh Kumar Kumar" userId="85ceb1c9-cfab-42ce-afb8-c9da3c59b5c4" providerId="ADAL" clId="{3D17DB92-D122-0F41-A11F-A3E49709570D}" dt="2025-04-16T06:32:09.907" v="140"/>
          <ac:spMkLst>
            <pc:docMk/>
            <pc:sldMk cId="7611142" sldId="262"/>
            <ac:spMk id="31" creationId="{EA67E988-5919-57BB-C7DE-D3EAD38A3045}"/>
          </ac:spMkLst>
        </pc:spChg>
        <pc:spChg chg="del">
          <ac:chgData name="Saurabh Kumar Kumar" userId="85ceb1c9-cfab-42ce-afb8-c9da3c59b5c4" providerId="ADAL" clId="{3D17DB92-D122-0F41-A11F-A3E49709570D}" dt="2025-04-16T06:32:09.907" v="140"/>
          <ac:spMkLst>
            <pc:docMk/>
            <pc:sldMk cId="7611142" sldId="262"/>
            <ac:spMk id="33" creationId="{DD1980C8-FD80-43D8-9D6A-0262A4D53391}"/>
          </ac:spMkLst>
        </pc:spChg>
        <pc:spChg chg="del">
          <ac:chgData name="Saurabh Kumar Kumar" userId="85ceb1c9-cfab-42ce-afb8-c9da3c59b5c4" providerId="ADAL" clId="{3D17DB92-D122-0F41-A11F-A3E49709570D}" dt="2025-04-16T06:32:09.907" v="140"/>
          <ac:spMkLst>
            <pc:docMk/>
            <pc:sldMk cId="7611142" sldId="262"/>
            <ac:spMk id="35" creationId="{B2C335F7-F61C-4EB4-80F2-4B1438FE66BB}"/>
          </ac:spMkLst>
        </pc:spChg>
        <pc:spChg chg="del">
          <ac:chgData name="Saurabh Kumar Kumar" userId="85ceb1c9-cfab-42ce-afb8-c9da3c59b5c4" providerId="ADAL" clId="{3D17DB92-D122-0F41-A11F-A3E49709570D}" dt="2025-04-16T06:32:09.907" v="140"/>
          <ac:spMkLst>
            <pc:docMk/>
            <pc:sldMk cId="7611142" sldId="262"/>
            <ac:spMk id="37" creationId="{F1189494-2B67-46D2-93D6-A122A09BF6B2}"/>
          </ac:spMkLst>
        </pc:spChg>
      </pc:sldChg>
      <pc:sldChg chg="delSp delDesignElem">
        <pc:chgData name="Saurabh Kumar Kumar" userId="85ceb1c9-cfab-42ce-afb8-c9da3c59b5c4" providerId="ADAL" clId="{3D17DB92-D122-0F41-A11F-A3E49709570D}" dt="2025-04-16T06:32:09.907" v="140"/>
        <pc:sldMkLst>
          <pc:docMk/>
          <pc:sldMk cId="3603353681" sldId="263"/>
        </pc:sldMkLst>
        <pc:spChg chg="del">
          <ac:chgData name="Saurabh Kumar Kumar" userId="85ceb1c9-cfab-42ce-afb8-c9da3c59b5c4" providerId="ADAL" clId="{3D17DB92-D122-0F41-A11F-A3E49709570D}" dt="2025-04-16T06:32:09.907" v="140"/>
          <ac:spMkLst>
            <pc:docMk/>
            <pc:sldMk cId="3603353681" sldId="263"/>
            <ac:spMk id="10" creationId="{774A975B-A886-5202-0489-6965514A0D14}"/>
          </ac:spMkLst>
        </pc:spChg>
        <pc:spChg chg="del">
          <ac:chgData name="Saurabh Kumar Kumar" userId="85ceb1c9-cfab-42ce-afb8-c9da3c59b5c4" providerId="ADAL" clId="{3D17DB92-D122-0F41-A11F-A3E49709570D}" dt="2025-04-16T06:32:09.907" v="140"/>
          <ac:spMkLst>
            <pc:docMk/>
            <pc:sldMk cId="3603353681" sldId="263"/>
            <ac:spMk id="12" creationId="{EA67E988-5919-57BB-C7DE-D3EAD38A3045}"/>
          </ac:spMkLst>
        </pc:spChg>
        <pc:spChg chg="del">
          <ac:chgData name="Saurabh Kumar Kumar" userId="85ceb1c9-cfab-42ce-afb8-c9da3c59b5c4" providerId="ADAL" clId="{3D17DB92-D122-0F41-A11F-A3E49709570D}" dt="2025-04-16T06:32:09.907" v="140"/>
          <ac:spMkLst>
            <pc:docMk/>
            <pc:sldMk cId="3603353681" sldId="263"/>
            <ac:spMk id="14" creationId="{CD7F9EC8-0E2C-4023-9DD1-73BEF6B80D13}"/>
          </ac:spMkLst>
        </pc:spChg>
        <pc:spChg chg="del">
          <ac:chgData name="Saurabh Kumar Kumar" userId="85ceb1c9-cfab-42ce-afb8-c9da3c59b5c4" providerId="ADAL" clId="{3D17DB92-D122-0F41-A11F-A3E49709570D}" dt="2025-04-16T06:32:09.907" v="140"/>
          <ac:spMkLst>
            <pc:docMk/>
            <pc:sldMk cId="3603353681" sldId="263"/>
            <ac:spMk id="16" creationId="{DD646702-1788-B97D-918B-46834CD1E6B9}"/>
          </ac:spMkLst>
        </pc:spChg>
        <pc:spChg chg="del">
          <ac:chgData name="Saurabh Kumar Kumar" userId="85ceb1c9-cfab-42ce-afb8-c9da3c59b5c4" providerId="ADAL" clId="{3D17DB92-D122-0F41-A11F-A3E49709570D}" dt="2025-04-16T06:32:09.907" v="140"/>
          <ac:spMkLst>
            <pc:docMk/>
            <pc:sldMk cId="3603353681" sldId="263"/>
            <ac:spMk id="18" creationId="{F6B4FCA5-23FA-C759-8E23-68410B3505AA}"/>
          </ac:spMkLst>
        </pc:spChg>
      </pc:sldChg>
      <pc:sldChg chg="delSp delDesignElem">
        <pc:chgData name="Saurabh Kumar Kumar" userId="85ceb1c9-cfab-42ce-afb8-c9da3c59b5c4" providerId="ADAL" clId="{3D17DB92-D122-0F41-A11F-A3E49709570D}" dt="2025-04-16T06:32:09.907" v="140"/>
        <pc:sldMkLst>
          <pc:docMk/>
          <pc:sldMk cId="2064268790" sldId="264"/>
        </pc:sldMkLst>
        <pc:spChg chg="del">
          <ac:chgData name="Saurabh Kumar Kumar" userId="85ceb1c9-cfab-42ce-afb8-c9da3c59b5c4" providerId="ADAL" clId="{3D17DB92-D122-0F41-A11F-A3E49709570D}" dt="2025-04-16T06:32:09.907" v="140"/>
          <ac:spMkLst>
            <pc:docMk/>
            <pc:sldMk cId="2064268790" sldId="264"/>
            <ac:spMk id="10" creationId="{774A975B-A886-5202-0489-6965514A0D14}"/>
          </ac:spMkLst>
        </pc:spChg>
        <pc:spChg chg="del">
          <ac:chgData name="Saurabh Kumar Kumar" userId="85ceb1c9-cfab-42ce-afb8-c9da3c59b5c4" providerId="ADAL" clId="{3D17DB92-D122-0F41-A11F-A3E49709570D}" dt="2025-04-16T06:32:09.907" v="140"/>
          <ac:spMkLst>
            <pc:docMk/>
            <pc:sldMk cId="2064268790" sldId="264"/>
            <ac:spMk id="12" creationId="{EA67E988-5919-57BB-C7DE-D3EAD38A3045}"/>
          </ac:spMkLst>
        </pc:spChg>
        <pc:spChg chg="del">
          <ac:chgData name="Saurabh Kumar Kumar" userId="85ceb1c9-cfab-42ce-afb8-c9da3c59b5c4" providerId="ADAL" clId="{3D17DB92-D122-0F41-A11F-A3E49709570D}" dt="2025-04-16T06:32:09.907" v="140"/>
          <ac:spMkLst>
            <pc:docMk/>
            <pc:sldMk cId="2064268790" sldId="264"/>
            <ac:spMk id="14" creationId="{FAF3766F-DEF3-4802-BB0D-7A18EDD9704F}"/>
          </ac:spMkLst>
        </pc:spChg>
        <pc:spChg chg="del">
          <ac:chgData name="Saurabh Kumar Kumar" userId="85ceb1c9-cfab-42ce-afb8-c9da3c59b5c4" providerId="ADAL" clId="{3D17DB92-D122-0F41-A11F-A3E49709570D}" dt="2025-04-16T06:32:09.907" v="140"/>
          <ac:spMkLst>
            <pc:docMk/>
            <pc:sldMk cId="2064268790" sldId="264"/>
            <ac:spMk id="16" creationId="{DCC11005-BC53-5976-9587-FB0B62EF64BB}"/>
          </ac:spMkLst>
        </pc:spChg>
      </pc:sldChg>
      <pc:sldChg chg="addSp delSp modSp new mod setBg setClrOvrMap delDesignElem">
        <pc:chgData name="Saurabh Kumar Kumar" userId="85ceb1c9-cfab-42ce-afb8-c9da3c59b5c4" providerId="ADAL" clId="{3D17DB92-D122-0F41-A11F-A3E49709570D}" dt="2025-04-16T06:32:09.907" v="140"/>
        <pc:sldMkLst>
          <pc:docMk/>
          <pc:sldMk cId="353237137" sldId="265"/>
        </pc:sldMkLst>
        <pc:spChg chg="mod ord">
          <ac:chgData name="Saurabh Kumar Kumar" userId="85ceb1c9-cfab-42ce-afb8-c9da3c59b5c4" providerId="ADAL" clId="{3D17DB92-D122-0F41-A11F-A3E49709570D}" dt="2025-04-16T06:25:59.759" v="24" actId="20577"/>
          <ac:spMkLst>
            <pc:docMk/>
            <pc:sldMk cId="353237137" sldId="265"/>
            <ac:spMk id="2" creationId="{0C5328DE-E35E-71F9-517A-E6C9D55585BC}"/>
          </ac:spMkLst>
        </pc:spChg>
        <pc:spChg chg="del mod">
          <ac:chgData name="Saurabh Kumar Kumar" userId="85ceb1c9-cfab-42ce-afb8-c9da3c59b5c4" providerId="ADAL" clId="{3D17DB92-D122-0F41-A11F-A3E49709570D}" dt="2025-04-16T06:25:08.912" v="13"/>
          <ac:spMkLst>
            <pc:docMk/>
            <pc:sldMk cId="353237137" sldId="265"/>
            <ac:spMk id="3" creationId="{1400DC6E-DDCE-C18A-DE2C-0C4C8021E43C}"/>
          </ac:spMkLst>
        </pc:spChg>
        <pc:spChg chg="add del">
          <ac:chgData name="Saurabh Kumar Kumar" userId="85ceb1c9-cfab-42ce-afb8-c9da3c59b5c4" providerId="ADAL" clId="{3D17DB92-D122-0F41-A11F-A3E49709570D}" dt="2025-04-16T06:32:09.907" v="140"/>
          <ac:spMkLst>
            <pc:docMk/>
            <pc:sldMk cId="353237137" sldId="265"/>
            <ac:spMk id="6" creationId="{774A975B-A886-5202-0489-6965514A0D14}"/>
          </ac:spMkLst>
        </pc:spChg>
        <pc:spChg chg="add del">
          <ac:chgData name="Saurabh Kumar Kumar" userId="85ceb1c9-cfab-42ce-afb8-c9da3c59b5c4" providerId="ADAL" clId="{3D17DB92-D122-0F41-A11F-A3E49709570D}" dt="2025-04-16T06:32:09.907" v="140"/>
          <ac:spMkLst>
            <pc:docMk/>
            <pc:sldMk cId="353237137" sldId="265"/>
            <ac:spMk id="7" creationId="{EA67E988-5919-57BB-C7DE-D3EAD38A3045}"/>
          </ac:spMkLst>
        </pc:spChg>
        <pc:spChg chg="add del">
          <ac:chgData name="Saurabh Kumar Kumar" userId="85ceb1c9-cfab-42ce-afb8-c9da3c59b5c4" providerId="ADAL" clId="{3D17DB92-D122-0F41-A11F-A3E49709570D}" dt="2025-04-16T06:32:09.907" v="140"/>
          <ac:spMkLst>
            <pc:docMk/>
            <pc:sldMk cId="353237137" sldId="265"/>
            <ac:spMk id="8" creationId="{E20BB609-EF92-42DB-836C-0699A590B5CF}"/>
          </ac:spMkLst>
        </pc:spChg>
        <pc:spChg chg="add del">
          <ac:chgData name="Saurabh Kumar Kumar" userId="85ceb1c9-cfab-42ce-afb8-c9da3c59b5c4" providerId="ADAL" clId="{3D17DB92-D122-0F41-A11F-A3E49709570D}" dt="2025-04-16T06:25:22.700" v="15" actId="26606"/>
          <ac:spMkLst>
            <pc:docMk/>
            <pc:sldMk cId="353237137" sldId="265"/>
            <ac:spMk id="9" creationId="{774A975B-A886-5202-0489-6965514A0D14}"/>
          </ac:spMkLst>
        </pc:spChg>
        <pc:spChg chg="add del">
          <ac:chgData name="Saurabh Kumar Kumar" userId="85ceb1c9-cfab-42ce-afb8-c9da3c59b5c4" providerId="ADAL" clId="{3D17DB92-D122-0F41-A11F-A3E49709570D}" dt="2025-04-16T06:32:09.907" v="140"/>
          <ac:spMkLst>
            <pc:docMk/>
            <pc:sldMk cId="353237137" sldId="265"/>
            <ac:spMk id="10" creationId="{637992A9-1E8C-4E57-B4F4-EE2D38E504A2}"/>
          </ac:spMkLst>
        </pc:spChg>
        <pc:spChg chg="add del">
          <ac:chgData name="Saurabh Kumar Kumar" userId="85ceb1c9-cfab-42ce-afb8-c9da3c59b5c4" providerId="ADAL" clId="{3D17DB92-D122-0F41-A11F-A3E49709570D}" dt="2025-04-16T06:25:22.700" v="15" actId="26606"/>
          <ac:spMkLst>
            <pc:docMk/>
            <pc:sldMk cId="353237137" sldId="265"/>
            <ac:spMk id="11" creationId="{EA67E988-5919-57BB-C7DE-D3EAD38A3045}"/>
          </ac:spMkLst>
        </pc:spChg>
        <pc:spChg chg="add del">
          <ac:chgData name="Saurabh Kumar Kumar" userId="85ceb1c9-cfab-42ce-afb8-c9da3c59b5c4" providerId="ADAL" clId="{3D17DB92-D122-0F41-A11F-A3E49709570D}" dt="2025-04-16T06:25:22.700" v="15" actId="26606"/>
          <ac:spMkLst>
            <pc:docMk/>
            <pc:sldMk cId="353237137" sldId="265"/>
            <ac:spMk id="13" creationId="{B7E2F724-2FB3-4D1D-A730-739B8654C030}"/>
          </ac:spMkLst>
        </pc:spChg>
        <pc:spChg chg="add del">
          <ac:chgData name="Saurabh Kumar Kumar" userId="85ceb1c9-cfab-42ce-afb8-c9da3c59b5c4" providerId="ADAL" clId="{3D17DB92-D122-0F41-A11F-A3E49709570D}" dt="2025-04-16T06:25:22.700" v="15" actId="26606"/>
          <ac:spMkLst>
            <pc:docMk/>
            <pc:sldMk cId="353237137" sldId="265"/>
            <ac:spMk id="15" creationId="{B2C335F7-F61C-4EB4-80F2-4B1438FE66BB}"/>
          </ac:spMkLst>
        </pc:spChg>
        <pc:spChg chg="add del">
          <ac:chgData name="Saurabh Kumar Kumar" userId="85ceb1c9-cfab-42ce-afb8-c9da3c59b5c4" providerId="ADAL" clId="{3D17DB92-D122-0F41-A11F-A3E49709570D}" dt="2025-04-16T06:32:09.907" v="140"/>
          <ac:spMkLst>
            <pc:docMk/>
            <pc:sldMk cId="353237137" sldId="265"/>
            <ac:spMk id="17" creationId="{B2C335F7-F61C-4EB4-80F2-4B1438FE66BB}"/>
          </ac:spMkLst>
        </pc:spChg>
        <pc:picChg chg="add mod">
          <ac:chgData name="Saurabh Kumar Kumar" userId="85ceb1c9-cfab-42ce-afb8-c9da3c59b5c4" providerId="ADAL" clId="{3D17DB92-D122-0F41-A11F-A3E49709570D}" dt="2025-04-16T06:25:39.585" v="18" actId="27614"/>
          <ac:picMkLst>
            <pc:docMk/>
            <pc:sldMk cId="353237137" sldId="265"/>
            <ac:picMk id="4" creationId="{C35A24D2-4ADE-D173-2C7C-2E0AE4F992BF}"/>
          </ac:picMkLst>
        </pc:picChg>
      </pc:sldChg>
      <pc:sldChg chg="addSp delSp modSp new mod setBg setClrOvrMap delDesignElem">
        <pc:chgData name="Saurabh Kumar Kumar" userId="85ceb1c9-cfab-42ce-afb8-c9da3c59b5c4" providerId="ADAL" clId="{3D17DB92-D122-0F41-A11F-A3E49709570D}" dt="2025-04-16T06:32:10.010" v="147" actId="27636"/>
        <pc:sldMkLst>
          <pc:docMk/>
          <pc:sldMk cId="3348282372" sldId="266"/>
        </pc:sldMkLst>
        <pc:spChg chg="mod ord">
          <ac:chgData name="Saurabh Kumar Kumar" userId="85ceb1c9-cfab-42ce-afb8-c9da3c59b5c4" providerId="ADAL" clId="{3D17DB92-D122-0F41-A11F-A3E49709570D}" dt="2025-04-16T06:32:10.010" v="147" actId="27636"/>
          <ac:spMkLst>
            <pc:docMk/>
            <pc:sldMk cId="3348282372" sldId="266"/>
            <ac:spMk id="2" creationId="{84A0C5DB-BCD7-E46A-51AE-46F13D47126C}"/>
          </ac:spMkLst>
        </pc:spChg>
        <pc:spChg chg="del">
          <ac:chgData name="Saurabh Kumar Kumar" userId="85ceb1c9-cfab-42ce-afb8-c9da3c59b5c4" providerId="ADAL" clId="{3D17DB92-D122-0F41-A11F-A3E49709570D}" dt="2025-04-16T06:26:08.667" v="25"/>
          <ac:spMkLst>
            <pc:docMk/>
            <pc:sldMk cId="3348282372" sldId="266"/>
            <ac:spMk id="3" creationId="{0E23DEDC-527F-6D1D-DB88-5C5A6B2768F7}"/>
          </ac:spMkLst>
        </pc:spChg>
        <pc:spChg chg="add del">
          <ac:chgData name="Saurabh Kumar Kumar" userId="85ceb1c9-cfab-42ce-afb8-c9da3c59b5c4" providerId="ADAL" clId="{3D17DB92-D122-0F41-A11F-A3E49709570D}" dt="2025-04-16T06:26:14.842" v="29" actId="26606"/>
          <ac:spMkLst>
            <pc:docMk/>
            <pc:sldMk cId="3348282372" sldId="266"/>
            <ac:spMk id="8" creationId="{30CFF2C6-FBA6-94A7-472A-84A0D37A4042}"/>
          </ac:spMkLst>
        </pc:spChg>
        <pc:spChg chg="add del">
          <ac:chgData name="Saurabh Kumar Kumar" userId="85ceb1c9-cfab-42ce-afb8-c9da3c59b5c4" providerId="ADAL" clId="{3D17DB92-D122-0F41-A11F-A3E49709570D}" dt="2025-04-16T06:26:13.409" v="27" actId="26606"/>
          <ac:spMkLst>
            <pc:docMk/>
            <pc:sldMk cId="3348282372" sldId="266"/>
            <ac:spMk id="9" creationId="{774A975B-A886-5202-0489-6965514A0D14}"/>
          </ac:spMkLst>
        </pc:spChg>
        <pc:spChg chg="add del">
          <ac:chgData name="Saurabh Kumar Kumar" userId="85ceb1c9-cfab-42ce-afb8-c9da3c59b5c4" providerId="ADAL" clId="{3D17DB92-D122-0F41-A11F-A3E49709570D}" dt="2025-04-16T06:26:13.409" v="27" actId="26606"/>
          <ac:spMkLst>
            <pc:docMk/>
            <pc:sldMk cId="3348282372" sldId="266"/>
            <ac:spMk id="11" creationId="{EA67E988-5919-57BB-C7DE-D3EAD38A3045}"/>
          </ac:spMkLst>
        </pc:spChg>
        <pc:spChg chg="add del">
          <ac:chgData name="Saurabh Kumar Kumar" userId="85ceb1c9-cfab-42ce-afb8-c9da3c59b5c4" providerId="ADAL" clId="{3D17DB92-D122-0F41-A11F-A3E49709570D}" dt="2025-04-16T06:26:13.409" v="27" actId="26606"/>
          <ac:spMkLst>
            <pc:docMk/>
            <pc:sldMk cId="3348282372" sldId="266"/>
            <ac:spMk id="13" creationId="{8BEC44CD-E290-4D60-A056-5BA05B182AC3}"/>
          </ac:spMkLst>
        </pc:spChg>
        <pc:spChg chg="add del">
          <ac:chgData name="Saurabh Kumar Kumar" userId="85ceb1c9-cfab-42ce-afb8-c9da3c59b5c4" providerId="ADAL" clId="{3D17DB92-D122-0F41-A11F-A3E49709570D}" dt="2025-04-16T06:26:13.409" v="27" actId="26606"/>
          <ac:spMkLst>
            <pc:docMk/>
            <pc:sldMk cId="3348282372" sldId="266"/>
            <ac:spMk id="15" creationId="{B2C335F7-F61C-4EB4-80F2-4B1438FE66BB}"/>
          </ac:spMkLst>
        </pc:spChg>
        <pc:spChg chg="add del">
          <ac:chgData name="Saurabh Kumar Kumar" userId="85ceb1c9-cfab-42ce-afb8-c9da3c59b5c4" providerId="ADAL" clId="{3D17DB92-D122-0F41-A11F-A3E49709570D}" dt="2025-04-16T06:26:13.409" v="27" actId="26606"/>
          <ac:spMkLst>
            <pc:docMk/>
            <pc:sldMk cId="3348282372" sldId="266"/>
            <ac:spMk id="17" creationId="{F1189494-2B67-46D2-93D6-A122A09BF6B2}"/>
          </ac:spMkLst>
        </pc:spChg>
        <pc:spChg chg="add del">
          <ac:chgData name="Saurabh Kumar Kumar" userId="85ceb1c9-cfab-42ce-afb8-c9da3c59b5c4" providerId="ADAL" clId="{3D17DB92-D122-0F41-A11F-A3E49709570D}" dt="2025-04-16T06:26:14.842" v="29" actId="26606"/>
          <ac:spMkLst>
            <pc:docMk/>
            <pc:sldMk cId="3348282372" sldId="266"/>
            <ac:spMk id="19" creationId="{E8873F53-55B7-4E34-B697-201CF2F10D35}"/>
          </ac:spMkLst>
        </pc:spChg>
        <pc:spChg chg="add del">
          <ac:chgData name="Saurabh Kumar Kumar" userId="85ceb1c9-cfab-42ce-afb8-c9da3c59b5c4" providerId="ADAL" clId="{3D17DB92-D122-0F41-A11F-A3E49709570D}" dt="2025-04-16T06:26:14.842" v="29" actId="26606"/>
          <ac:spMkLst>
            <pc:docMk/>
            <pc:sldMk cId="3348282372" sldId="266"/>
            <ac:spMk id="20" creationId="{FD90D0AA-A57E-2DE9-0CE8-B7B306878448}"/>
          </ac:spMkLst>
        </pc:spChg>
        <pc:spChg chg="add del">
          <ac:chgData name="Saurabh Kumar Kumar" userId="85ceb1c9-cfab-42ce-afb8-c9da3c59b5c4" providerId="ADAL" clId="{3D17DB92-D122-0F41-A11F-A3E49709570D}" dt="2025-04-16T06:26:17.424" v="31" actId="26606"/>
          <ac:spMkLst>
            <pc:docMk/>
            <pc:sldMk cId="3348282372" sldId="266"/>
            <ac:spMk id="22" creationId="{774A975B-A886-5202-0489-6965514A0D14}"/>
          </ac:spMkLst>
        </pc:spChg>
        <pc:spChg chg="add del">
          <ac:chgData name="Saurabh Kumar Kumar" userId="85ceb1c9-cfab-42ce-afb8-c9da3c59b5c4" providerId="ADAL" clId="{3D17DB92-D122-0F41-A11F-A3E49709570D}" dt="2025-04-16T06:26:17.424" v="31" actId="26606"/>
          <ac:spMkLst>
            <pc:docMk/>
            <pc:sldMk cId="3348282372" sldId="266"/>
            <ac:spMk id="23" creationId="{EA67E988-5919-57BB-C7DE-D3EAD38A3045}"/>
          </ac:spMkLst>
        </pc:spChg>
        <pc:spChg chg="add del">
          <ac:chgData name="Saurabh Kumar Kumar" userId="85ceb1c9-cfab-42ce-afb8-c9da3c59b5c4" providerId="ADAL" clId="{3D17DB92-D122-0F41-A11F-A3E49709570D}" dt="2025-04-16T06:26:17.424" v="31" actId="26606"/>
          <ac:spMkLst>
            <pc:docMk/>
            <pc:sldMk cId="3348282372" sldId="266"/>
            <ac:spMk id="24" creationId="{5820888B-4EA5-E0E8-6D52-7733E1E77451}"/>
          </ac:spMkLst>
        </pc:spChg>
        <pc:spChg chg="add del">
          <ac:chgData name="Saurabh Kumar Kumar" userId="85ceb1c9-cfab-42ce-afb8-c9da3c59b5c4" providerId="ADAL" clId="{3D17DB92-D122-0F41-A11F-A3E49709570D}" dt="2025-04-16T06:26:17.424" v="31" actId="26606"/>
          <ac:spMkLst>
            <pc:docMk/>
            <pc:sldMk cId="3348282372" sldId="266"/>
            <ac:spMk id="25" creationId="{06B5A8BF-0680-F9A7-27B1-3971EC934783}"/>
          </ac:spMkLst>
        </pc:spChg>
        <pc:spChg chg="add del">
          <ac:chgData name="Saurabh Kumar Kumar" userId="85ceb1c9-cfab-42ce-afb8-c9da3c59b5c4" providerId="ADAL" clId="{3D17DB92-D122-0F41-A11F-A3E49709570D}" dt="2025-04-16T06:26:21.542" v="33" actId="26606"/>
          <ac:spMkLst>
            <pc:docMk/>
            <pc:sldMk cId="3348282372" sldId="266"/>
            <ac:spMk id="27" creationId="{E8873F53-55B7-4E34-B697-201CF2F10D35}"/>
          </ac:spMkLst>
        </pc:spChg>
        <pc:spChg chg="add del">
          <ac:chgData name="Saurabh Kumar Kumar" userId="85ceb1c9-cfab-42ce-afb8-c9da3c59b5c4" providerId="ADAL" clId="{3D17DB92-D122-0F41-A11F-A3E49709570D}" dt="2025-04-16T06:26:21.542" v="33" actId="26606"/>
          <ac:spMkLst>
            <pc:docMk/>
            <pc:sldMk cId="3348282372" sldId="266"/>
            <ac:spMk id="28" creationId="{FD90D0AA-A57E-2DE9-0CE8-B7B306878448}"/>
          </ac:spMkLst>
        </pc:spChg>
        <pc:spChg chg="add del">
          <ac:chgData name="Saurabh Kumar Kumar" userId="85ceb1c9-cfab-42ce-afb8-c9da3c59b5c4" providerId="ADAL" clId="{3D17DB92-D122-0F41-A11F-A3E49709570D}" dt="2025-04-16T06:26:21.542" v="33" actId="26606"/>
          <ac:spMkLst>
            <pc:docMk/>
            <pc:sldMk cId="3348282372" sldId="266"/>
            <ac:spMk id="29" creationId="{30CFF2C6-FBA6-94A7-472A-84A0D37A4042}"/>
          </ac:spMkLst>
        </pc:spChg>
        <pc:spChg chg="add del">
          <ac:chgData name="Saurabh Kumar Kumar" userId="85ceb1c9-cfab-42ce-afb8-c9da3c59b5c4" providerId="ADAL" clId="{3D17DB92-D122-0F41-A11F-A3E49709570D}" dt="2025-04-16T06:32:09.907" v="140"/>
          <ac:spMkLst>
            <pc:docMk/>
            <pc:sldMk cId="3348282372" sldId="266"/>
            <ac:spMk id="31" creationId="{774A975B-A886-5202-0489-6965514A0D14}"/>
          </ac:spMkLst>
        </pc:spChg>
        <pc:spChg chg="add del">
          <ac:chgData name="Saurabh Kumar Kumar" userId="85ceb1c9-cfab-42ce-afb8-c9da3c59b5c4" providerId="ADAL" clId="{3D17DB92-D122-0F41-A11F-A3E49709570D}" dt="2025-04-16T06:32:09.907" v="140"/>
          <ac:spMkLst>
            <pc:docMk/>
            <pc:sldMk cId="3348282372" sldId="266"/>
            <ac:spMk id="32" creationId="{EA67E988-5919-57BB-C7DE-D3EAD38A3045}"/>
          </ac:spMkLst>
        </pc:spChg>
        <pc:spChg chg="add del">
          <ac:chgData name="Saurabh Kumar Kumar" userId="85ceb1c9-cfab-42ce-afb8-c9da3c59b5c4" providerId="ADAL" clId="{3D17DB92-D122-0F41-A11F-A3E49709570D}" dt="2025-04-16T06:32:09.907" v="140"/>
          <ac:spMkLst>
            <pc:docMk/>
            <pc:sldMk cId="3348282372" sldId="266"/>
            <ac:spMk id="33" creationId="{5820888B-4EA5-E0E8-6D52-7733E1E77451}"/>
          </ac:spMkLst>
        </pc:spChg>
        <pc:spChg chg="add del">
          <ac:chgData name="Saurabh Kumar Kumar" userId="85ceb1c9-cfab-42ce-afb8-c9da3c59b5c4" providerId="ADAL" clId="{3D17DB92-D122-0F41-A11F-A3E49709570D}" dt="2025-04-16T06:32:09.907" v="140"/>
          <ac:spMkLst>
            <pc:docMk/>
            <pc:sldMk cId="3348282372" sldId="266"/>
            <ac:spMk id="34" creationId="{06B5A8BF-0680-F9A7-27B1-3971EC934783}"/>
          </ac:spMkLst>
        </pc:spChg>
        <pc:picChg chg="add mod">
          <ac:chgData name="Saurabh Kumar Kumar" userId="85ceb1c9-cfab-42ce-afb8-c9da3c59b5c4" providerId="ADAL" clId="{3D17DB92-D122-0F41-A11F-A3E49709570D}" dt="2025-04-16T06:26:21.550" v="34" actId="26606"/>
          <ac:picMkLst>
            <pc:docMk/>
            <pc:sldMk cId="3348282372" sldId="266"/>
            <ac:picMk id="4" creationId="{FFB3D829-47E3-643C-63AD-8639F3F1B84E}"/>
          </ac:picMkLst>
        </pc:picChg>
      </pc:sldChg>
      <pc:sldChg chg="addSp delSp modSp new mod setBg setClrOvrMap delDesignElem">
        <pc:chgData name="Saurabh Kumar Kumar" userId="85ceb1c9-cfab-42ce-afb8-c9da3c59b5c4" providerId="ADAL" clId="{3D17DB92-D122-0F41-A11F-A3E49709570D}" dt="2025-04-16T06:32:10.015" v="148" actId="27636"/>
        <pc:sldMkLst>
          <pc:docMk/>
          <pc:sldMk cId="3934378658" sldId="267"/>
        </pc:sldMkLst>
        <pc:spChg chg="mod ord">
          <ac:chgData name="Saurabh Kumar Kumar" userId="85ceb1c9-cfab-42ce-afb8-c9da3c59b5c4" providerId="ADAL" clId="{3D17DB92-D122-0F41-A11F-A3E49709570D}" dt="2025-04-16T06:32:10.015" v="148" actId="27636"/>
          <ac:spMkLst>
            <pc:docMk/>
            <pc:sldMk cId="3934378658" sldId="267"/>
            <ac:spMk id="2" creationId="{39BBA8D7-70D0-89E9-6BFC-72384331273B}"/>
          </ac:spMkLst>
        </pc:spChg>
        <pc:spChg chg="del mod">
          <ac:chgData name="Saurabh Kumar Kumar" userId="85ceb1c9-cfab-42ce-afb8-c9da3c59b5c4" providerId="ADAL" clId="{3D17DB92-D122-0F41-A11F-A3E49709570D}" dt="2025-04-16T06:26:44.092" v="41"/>
          <ac:spMkLst>
            <pc:docMk/>
            <pc:sldMk cId="3934378658" sldId="267"/>
            <ac:spMk id="3" creationId="{C661CB67-9C18-C589-EFC4-6923399ACDC6}"/>
          </ac:spMkLst>
        </pc:spChg>
        <pc:spChg chg="add del">
          <ac:chgData name="Saurabh Kumar Kumar" userId="85ceb1c9-cfab-42ce-afb8-c9da3c59b5c4" providerId="ADAL" clId="{3D17DB92-D122-0F41-A11F-A3E49709570D}" dt="2025-04-16T06:26:48.877" v="43" actId="26606"/>
          <ac:spMkLst>
            <pc:docMk/>
            <pc:sldMk cId="3934378658" sldId="267"/>
            <ac:spMk id="9" creationId="{774A975B-A886-5202-0489-6965514A0D14}"/>
          </ac:spMkLst>
        </pc:spChg>
        <pc:spChg chg="add del">
          <ac:chgData name="Saurabh Kumar Kumar" userId="85ceb1c9-cfab-42ce-afb8-c9da3c59b5c4" providerId="ADAL" clId="{3D17DB92-D122-0F41-A11F-A3E49709570D}" dt="2025-04-16T06:26:48.877" v="43" actId="26606"/>
          <ac:spMkLst>
            <pc:docMk/>
            <pc:sldMk cId="3934378658" sldId="267"/>
            <ac:spMk id="11" creationId="{EA67E988-5919-57BB-C7DE-D3EAD38A3045}"/>
          </ac:spMkLst>
        </pc:spChg>
        <pc:spChg chg="add del">
          <ac:chgData name="Saurabh Kumar Kumar" userId="85ceb1c9-cfab-42ce-afb8-c9da3c59b5c4" providerId="ADAL" clId="{3D17DB92-D122-0F41-A11F-A3E49709570D}" dt="2025-04-16T06:26:48.877" v="43" actId="26606"/>
          <ac:spMkLst>
            <pc:docMk/>
            <pc:sldMk cId="3934378658" sldId="267"/>
            <ac:spMk id="13" creationId="{8BEC44CD-E290-4D60-A056-5BA05B182AC3}"/>
          </ac:spMkLst>
        </pc:spChg>
        <pc:spChg chg="add del">
          <ac:chgData name="Saurabh Kumar Kumar" userId="85ceb1c9-cfab-42ce-afb8-c9da3c59b5c4" providerId="ADAL" clId="{3D17DB92-D122-0F41-A11F-A3E49709570D}" dt="2025-04-16T06:26:48.877" v="43" actId="26606"/>
          <ac:spMkLst>
            <pc:docMk/>
            <pc:sldMk cId="3934378658" sldId="267"/>
            <ac:spMk id="15" creationId="{B2C335F7-F61C-4EB4-80F2-4B1438FE66BB}"/>
          </ac:spMkLst>
        </pc:spChg>
        <pc:spChg chg="add del">
          <ac:chgData name="Saurabh Kumar Kumar" userId="85ceb1c9-cfab-42ce-afb8-c9da3c59b5c4" providerId="ADAL" clId="{3D17DB92-D122-0F41-A11F-A3E49709570D}" dt="2025-04-16T06:26:48.877" v="43" actId="26606"/>
          <ac:spMkLst>
            <pc:docMk/>
            <pc:sldMk cId="3934378658" sldId="267"/>
            <ac:spMk id="17" creationId="{F1189494-2B67-46D2-93D6-A122A09BF6B2}"/>
          </ac:spMkLst>
        </pc:spChg>
        <pc:spChg chg="add del">
          <ac:chgData name="Saurabh Kumar Kumar" userId="85ceb1c9-cfab-42ce-afb8-c9da3c59b5c4" providerId="ADAL" clId="{3D17DB92-D122-0F41-A11F-A3E49709570D}" dt="2025-04-16T06:32:09.907" v="140"/>
          <ac:spMkLst>
            <pc:docMk/>
            <pc:sldMk cId="3934378658" sldId="267"/>
            <ac:spMk id="19" creationId="{774A975B-A886-5202-0489-6965514A0D14}"/>
          </ac:spMkLst>
        </pc:spChg>
        <pc:spChg chg="add del">
          <ac:chgData name="Saurabh Kumar Kumar" userId="85ceb1c9-cfab-42ce-afb8-c9da3c59b5c4" providerId="ADAL" clId="{3D17DB92-D122-0F41-A11F-A3E49709570D}" dt="2025-04-16T06:32:09.907" v="140"/>
          <ac:spMkLst>
            <pc:docMk/>
            <pc:sldMk cId="3934378658" sldId="267"/>
            <ac:spMk id="20" creationId="{EA67E988-5919-57BB-C7DE-D3EAD38A3045}"/>
          </ac:spMkLst>
        </pc:spChg>
        <pc:spChg chg="add del">
          <ac:chgData name="Saurabh Kumar Kumar" userId="85ceb1c9-cfab-42ce-afb8-c9da3c59b5c4" providerId="ADAL" clId="{3D17DB92-D122-0F41-A11F-A3E49709570D}" dt="2025-04-16T06:32:09.907" v="140"/>
          <ac:spMkLst>
            <pc:docMk/>
            <pc:sldMk cId="3934378658" sldId="267"/>
            <ac:spMk id="21" creationId="{FF9FFCE1-E057-415B-A971-88EC7E22AF15}"/>
          </ac:spMkLst>
        </pc:spChg>
        <pc:spChg chg="add del">
          <ac:chgData name="Saurabh Kumar Kumar" userId="85ceb1c9-cfab-42ce-afb8-c9da3c59b5c4" providerId="ADAL" clId="{3D17DB92-D122-0F41-A11F-A3E49709570D}" dt="2025-04-16T06:32:09.907" v="140"/>
          <ac:spMkLst>
            <pc:docMk/>
            <pc:sldMk cId="3934378658" sldId="267"/>
            <ac:spMk id="22" creationId="{B2C335F7-F61C-4EB4-80F2-4B1438FE66BB}"/>
          </ac:spMkLst>
        </pc:spChg>
        <pc:spChg chg="add del">
          <ac:chgData name="Saurabh Kumar Kumar" userId="85ceb1c9-cfab-42ce-afb8-c9da3c59b5c4" providerId="ADAL" clId="{3D17DB92-D122-0F41-A11F-A3E49709570D}" dt="2025-04-16T06:32:09.907" v="140"/>
          <ac:spMkLst>
            <pc:docMk/>
            <pc:sldMk cId="3934378658" sldId="267"/>
            <ac:spMk id="23" creationId="{D58401B5-5F1B-4D21-9AC3-AAEC8D366502}"/>
          </ac:spMkLst>
        </pc:spChg>
        <pc:picChg chg="add mod">
          <ac:chgData name="Saurabh Kumar Kumar" userId="85ceb1c9-cfab-42ce-afb8-c9da3c59b5c4" providerId="ADAL" clId="{3D17DB92-D122-0F41-A11F-A3E49709570D}" dt="2025-04-16T06:26:48.886" v="44" actId="26606"/>
          <ac:picMkLst>
            <pc:docMk/>
            <pc:sldMk cId="3934378658" sldId="267"/>
            <ac:picMk id="4" creationId="{6D6302B6-2E4F-6E2A-DC35-31BB4B95F0EB}"/>
          </ac:picMkLst>
        </pc:picChg>
      </pc:sldChg>
      <pc:sldChg chg="addSp delSp modSp new mod setBg delDesignElem">
        <pc:chgData name="Saurabh Kumar Kumar" userId="85ceb1c9-cfab-42ce-afb8-c9da3c59b5c4" providerId="ADAL" clId="{3D17DB92-D122-0F41-A11F-A3E49709570D}" dt="2025-04-16T06:32:09.907" v="140"/>
        <pc:sldMkLst>
          <pc:docMk/>
          <pc:sldMk cId="816492244" sldId="268"/>
        </pc:sldMkLst>
        <pc:spChg chg="mod">
          <ac:chgData name="Saurabh Kumar Kumar" userId="85ceb1c9-cfab-42ce-afb8-c9da3c59b5c4" providerId="ADAL" clId="{3D17DB92-D122-0F41-A11F-A3E49709570D}" dt="2025-04-16T06:27:26.474" v="54" actId="26606"/>
          <ac:spMkLst>
            <pc:docMk/>
            <pc:sldMk cId="816492244" sldId="268"/>
            <ac:spMk id="2" creationId="{2B42880B-4D6F-F219-279E-5A33477B24B0}"/>
          </ac:spMkLst>
        </pc:spChg>
        <pc:spChg chg="del">
          <ac:chgData name="Saurabh Kumar Kumar" userId="85ceb1c9-cfab-42ce-afb8-c9da3c59b5c4" providerId="ADAL" clId="{3D17DB92-D122-0F41-A11F-A3E49709570D}" dt="2025-04-16T06:27:13.162" v="47"/>
          <ac:spMkLst>
            <pc:docMk/>
            <pc:sldMk cId="816492244" sldId="268"/>
            <ac:spMk id="3" creationId="{8A5BD8A5-D3F4-AEA0-344E-0B58E475459E}"/>
          </ac:spMkLst>
        </pc:spChg>
        <pc:spChg chg="add del">
          <ac:chgData name="Saurabh Kumar Kumar" userId="85ceb1c9-cfab-42ce-afb8-c9da3c59b5c4" providerId="ADAL" clId="{3D17DB92-D122-0F41-A11F-A3E49709570D}" dt="2025-04-16T06:27:22.161" v="49" actId="26606"/>
          <ac:spMkLst>
            <pc:docMk/>
            <pc:sldMk cId="816492244" sldId="268"/>
            <ac:spMk id="9" creationId="{774A975B-A886-5202-0489-6965514A0D14}"/>
          </ac:spMkLst>
        </pc:spChg>
        <pc:spChg chg="add del">
          <ac:chgData name="Saurabh Kumar Kumar" userId="85ceb1c9-cfab-42ce-afb8-c9da3c59b5c4" providerId="ADAL" clId="{3D17DB92-D122-0F41-A11F-A3E49709570D}" dt="2025-04-16T06:27:22.161" v="49" actId="26606"/>
          <ac:spMkLst>
            <pc:docMk/>
            <pc:sldMk cId="816492244" sldId="268"/>
            <ac:spMk id="11" creationId="{EA67E988-5919-57BB-C7DE-D3EAD38A3045}"/>
          </ac:spMkLst>
        </pc:spChg>
        <pc:spChg chg="add del">
          <ac:chgData name="Saurabh Kumar Kumar" userId="85ceb1c9-cfab-42ce-afb8-c9da3c59b5c4" providerId="ADAL" clId="{3D17DB92-D122-0F41-A11F-A3E49709570D}" dt="2025-04-16T06:27:22.161" v="49" actId="26606"/>
          <ac:spMkLst>
            <pc:docMk/>
            <pc:sldMk cId="816492244" sldId="268"/>
            <ac:spMk id="13" creationId="{FF9FFCE1-E057-415B-A971-88EC7E22AF15}"/>
          </ac:spMkLst>
        </pc:spChg>
        <pc:spChg chg="add del">
          <ac:chgData name="Saurabh Kumar Kumar" userId="85ceb1c9-cfab-42ce-afb8-c9da3c59b5c4" providerId="ADAL" clId="{3D17DB92-D122-0F41-A11F-A3E49709570D}" dt="2025-04-16T06:27:22.161" v="49" actId="26606"/>
          <ac:spMkLst>
            <pc:docMk/>
            <pc:sldMk cId="816492244" sldId="268"/>
            <ac:spMk id="15" creationId="{B2C335F7-F61C-4EB4-80F2-4B1438FE66BB}"/>
          </ac:spMkLst>
        </pc:spChg>
        <pc:spChg chg="add del">
          <ac:chgData name="Saurabh Kumar Kumar" userId="85ceb1c9-cfab-42ce-afb8-c9da3c59b5c4" providerId="ADAL" clId="{3D17DB92-D122-0F41-A11F-A3E49709570D}" dt="2025-04-16T06:27:22.161" v="49" actId="26606"/>
          <ac:spMkLst>
            <pc:docMk/>
            <pc:sldMk cId="816492244" sldId="268"/>
            <ac:spMk id="17" creationId="{D58401B5-5F1B-4D21-9AC3-AAEC8D366502}"/>
          </ac:spMkLst>
        </pc:spChg>
        <pc:spChg chg="add del">
          <ac:chgData name="Saurabh Kumar Kumar" userId="85ceb1c9-cfab-42ce-afb8-c9da3c59b5c4" providerId="ADAL" clId="{3D17DB92-D122-0F41-A11F-A3E49709570D}" dt="2025-04-16T06:27:23.106" v="51" actId="26606"/>
          <ac:spMkLst>
            <pc:docMk/>
            <pc:sldMk cId="816492244" sldId="268"/>
            <ac:spMk id="19" creationId="{774A975B-A886-5202-0489-6965514A0D14}"/>
          </ac:spMkLst>
        </pc:spChg>
        <pc:spChg chg="add del">
          <ac:chgData name="Saurabh Kumar Kumar" userId="85ceb1c9-cfab-42ce-afb8-c9da3c59b5c4" providerId="ADAL" clId="{3D17DB92-D122-0F41-A11F-A3E49709570D}" dt="2025-04-16T06:27:23.106" v="51" actId="26606"/>
          <ac:spMkLst>
            <pc:docMk/>
            <pc:sldMk cId="816492244" sldId="268"/>
            <ac:spMk id="20" creationId="{EA67E988-5919-57BB-C7DE-D3EAD38A3045}"/>
          </ac:spMkLst>
        </pc:spChg>
        <pc:spChg chg="add del">
          <ac:chgData name="Saurabh Kumar Kumar" userId="85ceb1c9-cfab-42ce-afb8-c9da3c59b5c4" providerId="ADAL" clId="{3D17DB92-D122-0F41-A11F-A3E49709570D}" dt="2025-04-16T06:27:23.106" v="51" actId="26606"/>
          <ac:spMkLst>
            <pc:docMk/>
            <pc:sldMk cId="816492244" sldId="268"/>
            <ac:spMk id="21" creationId="{5820888B-4EA5-E0E8-6D52-7733E1E77451}"/>
          </ac:spMkLst>
        </pc:spChg>
        <pc:spChg chg="add del">
          <ac:chgData name="Saurabh Kumar Kumar" userId="85ceb1c9-cfab-42ce-afb8-c9da3c59b5c4" providerId="ADAL" clId="{3D17DB92-D122-0F41-A11F-A3E49709570D}" dt="2025-04-16T06:27:23.106" v="51" actId="26606"/>
          <ac:spMkLst>
            <pc:docMk/>
            <pc:sldMk cId="816492244" sldId="268"/>
            <ac:spMk id="22" creationId="{06B5A8BF-0680-F9A7-27B1-3971EC934783}"/>
          </ac:spMkLst>
        </pc:spChg>
        <pc:spChg chg="add del">
          <ac:chgData name="Saurabh Kumar Kumar" userId="85ceb1c9-cfab-42ce-afb8-c9da3c59b5c4" providerId="ADAL" clId="{3D17DB92-D122-0F41-A11F-A3E49709570D}" dt="2025-04-16T06:27:26.467" v="53" actId="26606"/>
          <ac:spMkLst>
            <pc:docMk/>
            <pc:sldMk cId="816492244" sldId="268"/>
            <ac:spMk id="24" creationId="{774A975B-A886-5202-0489-6965514A0D14}"/>
          </ac:spMkLst>
        </pc:spChg>
        <pc:spChg chg="add del">
          <ac:chgData name="Saurabh Kumar Kumar" userId="85ceb1c9-cfab-42ce-afb8-c9da3c59b5c4" providerId="ADAL" clId="{3D17DB92-D122-0F41-A11F-A3E49709570D}" dt="2025-04-16T06:27:26.467" v="53" actId="26606"/>
          <ac:spMkLst>
            <pc:docMk/>
            <pc:sldMk cId="816492244" sldId="268"/>
            <ac:spMk id="25" creationId="{EA67E988-5919-57BB-C7DE-D3EAD38A3045}"/>
          </ac:spMkLst>
        </pc:spChg>
        <pc:spChg chg="add del">
          <ac:chgData name="Saurabh Kumar Kumar" userId="85ceb1c9-cfab-42ce-afb8-c9da3c59b5c4" providerId="ADAL" clId="{3D17DB92-D122-0F41-A11F-A3E49709570D}" dt="2025-04-16T06:27:26.467" v="53" actId="26606"/>
          <ac:spMkLst>
            <pc:docMk/>
            <pc:sldMk cId="816492244" sldId="268"/>
            <ac:spMk id="26" creationId="{FF9FFCE1-E057-415B-A971-88EC7E22AF15}"/>
          </ac:spMkLst>
        </pc:spChg>
        <pc:spChg chg="add del">
          <ac:chgData name="Saurabh Kumar Kumar" userId="85ceb1c9-cfab-42ce-afb8-c9da3c59b5c4" providerId="ADAL" clId="{3D17DB92-D122-0F41-A11F-A3E49709570D}" dt="2025-04-16T06:27:26.467" v="53" actId="26606"/>
          <ac:spMkLst>
            <pc:docMk/>
            <pc:sldMk cId="816492244" sldId="268"/>
            <ac:spMk id="27" creationId="{B2C335F7-F61C-4EB4-80F2-4B1438FE66BB}"/>
          </ac:spMkLst>
        </pc:spChg>
        <pc:spChg chg="add del">
          <ac:chgData name="Saurabh Kumar Kumar" userId="85ceb1c9-cfab-42ce-afb8-c9da3c59b5c4" providerId="ADAL" clId="{3D17DB92-D122-0F41-A11F-A3E49709570D}" dt="2025-04-16T06:27:26.467" v="53" actId="26606"/>
          <ac:spMkLst>
            <pc:docMk/>
            <pc:sldMk cId="816492244" sldId="268"/>
            <ac:spMk id="28" creationId="{D58401B5-5F1B-4D21-9AC3-AAEC8D366502}"/>
          </ac:spMkLst>
        </pc:spChg>
        <pc:spChg chg="add del">
          <ac:chgData name="Saurabh Kumar Kumar" userId="85ceb1c9-cfab-42ce-afb8-c9da3c59b5c4" providerId="ADAL" clId="{3D17DB92-D122-0F41-A11F-A3E49709570D}" dt="2025-04-16T06:32:09.907" v="140"/>
          <ac:spMkLst>
            <pc:docMk/>
            <pc:sldMk cId="816492244" sldId="268"/>
            <ac:spMk id="30" creationId="{774A975B-A886-5202-0489-6965514A0D14}"/>
          </ac:spMkLst>
        </pc:spChg>
        <pc:spChg chg="add del">
          <ac:chgData name="Saurabh Kumar Kumar" userId="85ceb1c9-cfab-42ce-afb8-c9da3c59b5c4" providerId="ADAL" clId="{3D17DB92-D122-0F41-A11F-A3E49709570D}" dt="2025-04-16T06:32:09.907" v="140"/>
          <ac:spMkLst>
            <pc:docMk/>
            <pc:sldMk cId="816492244" sldId="268"/>
            <ac:spMk id="31" creationId="{EA67E988-5919-57BB-C7DE-D3EAD38A3045}"/>
          </ac:spMkLst>
        </pc:spChg>
        <pc:spChg chg="add del">
          <ac:chgData name="Saurabh Kumar Kumar" userId="85ceb1c9-cfab-42ce-afb8-c9da3c59b5c4" providerId="ADAL" clId="{3D17DB92-D122-0F41-A11F-A3E49709570D}" dt="2025-04-16T06:32:09.907" v="140"/>
          <ac:spMkLst>
            <pc:docMk/>
            <pc:sldMk cId="816492244" sldId="268"/>
            <ac:spMk id="32" creationId="{5820888B-4EA5-E0E8-6D52-7733E1E77451}"/>
          </ac:spMkLst>
        </pc:spChg>
        <pc:spChg chg="add del">
          <ac:chgData name="Saurabh Kumar Kumar" userId="85ceb1c9-cfab-42ce-afb8-c9da3c59b5c4" providerId="ADAL" clId="{3D17DB92-D122-0F41-A11F-A3E49709570D}" dt="2025-04-16T06:32:09.907" v="140"/>
          <ac:spMkLst>
            <pc:docMk/>
            <pc:sldMk cId="816492244" sldId="268"/>
            <ac:spMk id="33" creationId="{06B5A8BF-0680-F9A7-27B1-3971EC934783}"/>
          </ac:spMkLst>
        </pc:spChg>
        <pc:picChg chg="add mod">
          <ac:chgData name="Saurabh Kumar Kumar" userId="85ceb1c9-cfab-42ce-afb8-c9da3c59b5c4" providerId="ADAL" clId="{3D17DB92-D122-0F41-A11F-A3E49709570D}" dt="2025-04-16T06:27:26.474" v="54" actId="26606"/>
          <ac:picMkLst>
            <pc:docMk/>
            <pc:sldMk cId="816492244" sldId="268"/>
            <ac:picMk id="4" creationId="{D003CB02-DD7B-7F91-81BA-4C113CA305F8}"/>
          </ac:picMkLst>
        </pc:picChg>
      </pc:sldChg>
      <pc:sldChg chg="addSp delSp modSp new del mod setBg setClrOvrMap">
        <pc:chgData name="Saurabh Kumar Kumar" userId="85ceb1c9-cfab-42ce-afb8-c9da3c59b5c4" providerId="ADAL" clId="{3D17DB92-D122-0F41-A11F-A3E49709570D}" dt="2025-04-16T06:29:54.245" v="93" actId="2696"/>
        <pc:sldMkLst>
          <pc:docMk/>
          <pc:sldMk cId="3031417367" sldId="269"/>
        </pc:sldMkLst>
        <pc:spChg chg="mod ord">
          <ac:chgData name="Saurabh Kumar Kumar" userId="85ceb1c9-cfab-42ce-afb8-c9da3c59b5c4" providerId="ADAL" clId="{3D17DB92-D122-0F41-A11F-A3E49709570D}" dt="2025-04-16T06:29:31.033" v="87"/>
          <ac:spMkLst>
            <pc:docMk/>
            <pc:sldMk cId="3031417367" sldId="269"/>
            <ac:spMk id="2" creationId="{2595F94A-994C-6DA1-5044-B5E29EA64048}"/>
          </ac:spMkLst>
        </pc:spChg>
        <pc:spChg chg="del">
          <ac:chgData name="Saurabh Kumar Kumar" userId="85ceb1c9-cfab-42ce-afb8-c9da3c59b5c4" providerId="ADAL" clId="{3D17DB92-D122-0F41-A11F-A3E49709570D}" dt="2025-04-16T06:28:32.981" v="69"/>
          <ac:spMkLst>
            <pc:docMk/>
            <pc:sldMk cId="3031417367" sldId="269"/>
            <ac:spMk id="3" creationId="{726BDB70-FCAE-7ACC-2A40-3A69BE640A11}"/>
          </ac:spMkLst>
        </pc:spChg>
        <pc:spChg chg="add del mod">
          <ac:chgData name="Saurabh Kumar Kumar" userId="85ceb1c9-cfab-42ce-afb8-c9da3c59b5c4" providerId="ADAL" clId="{3D17DB92-D122-0F41-A11F-A3E49709570D}" dt="2025-04-16T06:29:50.340" v="92"/>
          <ac:spMkLst>
            <pc:docMk/>
            <pc:sldMk cId="3031417367" sldId="269"/>
            <ac:spMk id="6" creationId="{BA8343B1-3598-15D6-7B19-02CDBED00CC6}"/>
          </ac:spMkLst>
        </pc:spChg>
        <pc:spChg chg="add del">
          <ac:chgData name="Saurabh Kumar Kumar" userId="85ceb1c9-cfab-42ce-afb8-c9da3c59b5c4" providerId="ADAL" clId="{3D17DB92-D122-0F41-A11F-A3E49709570D}" dt="2025-04-16T06:28:38.025" v="73" actId="26606"/>
          <ac:spMkLst>
            <pc:docMk/>
            <pc:sldMk cId="3031417367" sldId="269"/>
            <ac:spMk id="8" creationId="{9F99F504-E7F1-A60B-968E-3AE813552606}"/>
          </ac:spMkLst>
        </pc:spChg>
        <pc:spChg chg="add del">
          <ac:chgData name="Saurabh Kumar Kumar" userId="85ceb1c9-cfab-42ce-afb8-c9da3c59b5c4" providerId="ADAL" clId="{3D17DB92-D122-0F41-A11F-A3E49709570D}" dt="2025-04-16T06:28:37.108" v="71" actId="26606"/>
          <ac:spMkLst>
            <pc:docMk/>
            <pc:sldMk cId="3031417367" sldId="269"/>
            <ac:spMk id="9" creationId="{774A975B-A886-5202-0489-6965514A0D14}"/>
          </ac:spMkLst>
        </pc:spChg>
        <pc:spChg chg="add del">
          <ac:chgData name="Saurabh Kumar Kumar" userId="85ceb1c9-cfab-42ce-afb8-c9da3c59b5c4" providerId="ADAL" clId="{3D17DB92-D122-0F41-A11F-A3E49709570D}" dt="2025-04-16T06:28:37.108" v="71" actId="26606"/>
          <ac:spMkLst>
            <pc:docMk/>
            <pc:sldMk cId="3031417367" sldId="269"/>
            <ac:spMk id="11" creationId="{EA67E988-5919-57BB-C7DE-D3EAD38A3045}"/>
          </ac:spMkLst>
        </pc:spChg>
        <pc:spChg chg="add del">
          <ac:chgData name="Saurabh Kumar Kumar" userId="85ceb1c9-cfab-42ce-afb8-c9da3c59b5c4" providerId="ADAL" clId="{3D17DB92-D122-0F41-A11F-A3E49709570D}" dt="2025-04-16T06:28:37.108" v="71" actId="26606"/>
          <ac:spMkLst>
            <pc:docMk/>
            <pc:sldMk cId="3031417367" sldId="269"/>
            <ac:spMk id="13" creationId="{E20BB609-EF92-42DB-836C-0699A590B5CF}"/>
          </ac:spMkLst>
        </pc:spChg>
        <pc:spChg chg="add del">
          <ac:chgData name="Saurabh Kumar Kumar" userId="85ceb1c9-cfab-42ce-afb8-c9da3c59b5c4" providerId="ADAL" clId="{3D17DB92-D122-0F41-A11F-A3E49709570D}" dt="2025-04-16T06:28:37.108" v="71" actId="26606"/>
          <ac:spMkLst>
            <pc:docMk/>
            <pc:sldMk cId="3031417367" sldId="269"/>
            <ac:spMk id="15" creationId="{4D71E64B-9F70-4956-A351-D707CAB0AF3A}"/>
          </ac:spMkLst>
        </pc:spChg>
        <pc:spChg chg="add del">
          <ac:chgData name="Saurabh Kumar Kumar" userId="85ceb1c9-cfab-42ce-afb8-c9da3c59b5c4" providerId="ADAL" clId="{3D17DB92-D122-0F41-A11F-A3E49709570D}" dt="2025-04-16T06:28:37.108" v="71" actId="26606"/>
          <ac:spMkLst>
            <pc:docMk/>
            <pc:sldMk cId="3031417367" sldId="269"/>
            <ac:spMk id="17" creationId="{B2C335F7-F61C-4EB4-80F2-4B1438FE66BB}"/>
          </ac:spMkLst>
        </pc:spChg>
        <pc:spChg chg="add del">
          <ac:chgData name="Saurabh Kumar Kumar" userId="85ceb1c9-cfab-42ce-afb8-c9da3c59b5c4" providerId="ADAL" clId="{3D17DB92-D122-0F41-A11F-A3E49709570D}" dt="2025-04-16T06:28:37.108" v="71" actId="26606"/>
          <ac:spMkLst>
            <pc:docMk/>
            <pc:sldMk cId="3031417367" sldId="269"/>
            <ac:spMk id="19" creationId="{F1189494-2B67-46D2-93D6-A122A09BF6B2}"/>
          </ac:spMkLst>
        </pc:spChg>
        <pc:spChg chg="add del">
          <ac:chgData name="Saurabh Kumar Kumar" userId="85ceb1c9-cfab-42ce-afb8-c9da3c59b5c4" providerId="ADAL" clId="{3D17DB92-D122-0F41-A11F-A3E49709570D}" dt="2025-04-16T06:28:38.025" v="73" actId="26606"/>
          <ac:spMkLst>
            <pc:docMk/>
            <pc:sldMk cId="3031417367" sldId="269"/>
            <ac:spMk id="21" creationId="{E8873F53-55B7-4E34-B697-201CF2F10D35}"/>
          </ac:spMkLst>
        </pc:spChg>
        <pc:spChg chg="add del">
          <ac:chgData name="Saurabh Kumar Kumar" userId="85ceb1c9-cfab-42ce-afb8-c9da3c59b5c4" providerId="ADAL" clId="{3D17DB92-D122-0F41-A11F-A3E49709570D}" dt="2025-04-16T06:28:38.025" v="73" actId="26606"/>
          <ac:spMkLst>
            <pc:docMk/>
            <pc:sldMk cId="3031417367" sldId="269"/>
            <ac:spMk id="22" creationId="{FD90D0AA-A57E-2DE9-0CE8-B7B306878448}"/>
          </ac:spMkLst>
        </pc:spChg>
        <pc:spChg chg="add del">
          <ac:chgData name="Saurabh Kumar Kumar" userId="85ceb1c9-cfab-42ce-afb8-c9da3c59b5c4" providerId="ADAL" clId="{3D17DB92-D122-0F41-A11F-A3E49709570D}" dt="2025-04-16T06:28:41.942" v="75" actId="26606"/>
          <ac:spMkLst>
            <pc:docMk/>
            <pc:sldMk cId="3031417367" sldId="269"/>
            <ac:spMk id="24" creationId="{175EAFFD-4A47-DD53-4F76-BD457E18BF1F}"/>
          </ac:spMkLst>
        </pc:spChg>
        <pc:spChg chg="add del">
          <ac:chgData name="Saurabh Kumar Kumar" userId="85ceb1c9-cfab-42ce-afb8-c9da3c59b5c4" providerId="ADAL" clId="{3D17DB92-D122-0F41-A11F-A3E49709570D}" dt="2025-04-16T06:28:41.942" v="75" actId="26606"/>
          <ac:spMkLst>
            <pc:docMk/>
            <pc:sldMk cId="3031417367" sldId="269"/>
            <ac:spMk id="25" creationId="{7CC1FECC-9CA4-341C-7E20-4728C5147389}"/>
          </ac:spMkLst>
        </pc:spChg>
        <pc:spChg chg="add del">
          <ac:chgData name="Saurabh Kumar Kumar" userId="85ceb1c9-cfab-42ce-afb8-c9da3c59b5c4" providerId="ADAL" clId="{3D17DB92-D122-0F41-A11F-A3E49709570D}" dt="2025-04-16T06:28:41.942" v="75" actId="26606"/>
          <ac:spMkLst>
            <pc:docMk/>
            <pc:sldMk cId="3031417367" sldId="269"/>
            <ac:spMk id="26" creationId="{DA51F052-0935-5F95-C863-7F0AE86B7674}"/>
          </ac:spMkLst>
        </pc:spChg>
        <pc:spChg chg="add del">
          <ac:chgData name="Saurabh Kumar Kumar" userId="85ceb1c9-cfab-42ce-afb8-c9da3c59b5c4" providerId="ADAL" clId="{3D17DB92-D122-0F41-A11F-A3E49709570D}" dt="2025-04-16T06:28:44" v="77" actId="26606"/>
          <ac:spMkLst>
            <pc:docMk/>
            <pc:sldMk cId="3031417367" sldId="269"/>
            <ac:spMk id="28" creationId="{6D16C4DE-5FF1-8D34-BBA1-FC43F315567B}"/>
          </ac:spMkLst>
        </pc:spChg>
        <pc:spChg chg="add del">
          <ac:chgData name="Saurabh Kumar Kumar" userId="85ceb1c9-cfab-42ce-afb8-c9da3c59b5c4" providerId="ADAL" clId="{3D17DB92-D122-0F41-A11F-A3E49709570D}" dt="2025-04-16T06:28:44" v="77" actId="26606"/>
          <ac:spMkLst>
            <pc:docMk/>
            <pc:sldMk cId="3031417367" sldId="269"/>
            <ac:spMk id="29" creationId="{B6914053-73D7-E377-E88C-94E35AAD489B}"/>
          </ac:spMkLst>
        </pc:spChg>
        <pc:spChg chg="add del">
          <ac:chgData name="Saurabh Kumar Kumar" userId="85ceb1c9-cfab-42ce-afb8-c9da3c59b5c4" providerId="ADAL" clId="{3D17DB92-D122-0F41-A11F-A3E49709570D}" dt="2025-04-16T06:28:44" v="77" actId="26606"/>
          <ac:spMkLst>
            <pc:docMk/>
            <pc:sldMk cId="3031417367" sldId="269"/>
            <ac:spMk id="30" creationId="{3D918460-CC2D-A491-B9D9-45166BEB0D5F}"/>
          </ac:spMkLst>
        </pc:spChg>
        <pc:spChg chg="add del">
          <ac:chgData name="Saurabh Kumar Kumar" userId="85ceb1c9-cfab-42ce-afb8-c9da3c59b5c4" providerId="ADAL" clId="{3D17DB92-D122-0F41-A11F-A3E49709570D}" dt="2025-04-16T06:28:48.043" v="79" actId="26606"/>
          <ac:spMkLst>
            <pc:docMk/>
            <pc:sldMk cId="3031417367" sldId="269"/>
            <ac:spMk id="32" creationId="{774A975B-A886-5202-0489-6965514A0D14}"/>
          </ac:spMkLst>
        </pc:spChg>
        <pc:spChg chg="add del">
          <ac:chgData name="Saurabh Kumar Kumar" userId="85ceb1c9-cfab-42ce-afb8-c9da3c59b5c4" providerId="ADAL" clId="{3D17DB92-D122-0F41-A11F-A3E49709570D}" dt="2025-04-16T06:28:48.043" v="79" actId="26606"/>
          <ac:spMkLst>
            <pc:docMk/>
            <pc:sldMk cId="3031417367" sldId="269"/>
            <ac:spMk id="33" creationId="{EA67E988-5919-57BB-C7DE-D3EAD38A3045}"/>
          </ac:spMkLst>
        </pc:spChg>
        <pc:spChg chg="add del">
          <ac:chgData name="Saurabh Kumar Kumar" userId="85ceb1c9-cfab-42ce-afb8-c9da3c59b5c4" providerId="ADAL" clId="{3D17DB92-D122-0F41-A11F-A3E49709570D}" dt="2025-04-16T06:28:48.043" v="79" actId="26606"/>
          <ac:spMkLst>
            <pc:docMk/>
            <pc:sldMk cId="3031417367" sldId="269"/>
            <ac:spMk id="34" creationId="{C7EFAAB5-34A3-C2FC-70BA-7720CC8ADBAC}"/>
          </ac:spMkLst>
        </pc:spChg>
        <pc:spChg chg="add del">
          <ac:chgData name="Saurabh Kumar Kumar" userId="85ceb1c9-cfab-42ce-afb8-c9da3c59b5c4" providerId="ADAL" clId="{3D17DB92-D122-0F41-A11F-A3E49709570D}" dt="2025-04-16T06:28:48.043" v="79" actId="26606"/>
          <ac:spMkLst>
            <pc:docMk/>
            <pc:sldMk cId="3031417367" sldId="269"/>
            <ac:spMk id="35" creationId="{FDD57DDC-2075-7CBD-00B4-0A5FF09917FF}"/>
          </ac:spMkLst>
        </pc:spChg>
        <pc:spChg chg="add del">
          <ac:chgData name="Saurabh Kumar Kumar" userId="85ceb1c9-cfab-42ce-afb8-c9da3c59b5c4" providerId="ADAL" clId="{3D17DB92-D122-0F41-A11F-A3E49709570D}" dt="2025-04-16T06:29:05.437" v="85" actId="26606"/>
          <ac:spMkLst>
            <pc:docMk/>
            <pc:sldMk cId="3031417367" sldId="269"/>
            <ac:spMk id="37" creationId="{774A975B-A886-5202-0489-6965514A0D14}"/>
          </ac:spMkLst>
        </pc:spChg>
        <pc:spChg chg="add del">
          <ac:chgData name="Saurabh Kumar Kumar" userId="85ceb1c9-cfab-42ce-afb8-c9da3c59b5c4" providerId="ADAL" clId="{3D17DB92-D122-0F41-A11F-A3E49709570D}" dt="2025-04-16T06:29:05.437" v="85" actId="26606"/>
          <ac:spMkLst>
            <pc:docMk/>
            <pc:sldMk cId="3031417367" sldId="269"/>
            <ac:spMk id="38" creationId="{EA67E988-5919-57BB-C7DE-D3EAD38A3045}"/>
          </ac:spMkLst>
        </pc:spChg>
        <pc:spChg chg="add del">
          <ac:chgData name="Saurabh Kumar Kumar" userId="85ceb1c9-cfab-42ce-afb8-c9da3c59b5c4" providerId="ADAL" clId="{3D17DB92-D122-0F41-A11F-A3E49709570D}" dt="2025-04-16T06:29:05.437" v="85" actId="26606"/>
          <ac:spMkLst>
            <pc:docMk/>
            <pc:sldMk cId="3031417367" sldId="269"/>
            <ac:spMk id="39" creationId="{FF9FFCE1-E057-415B-A971-88EC7E22AF15}"/>
          </ac:spMkLst>
        </pc:spChg>
        <pc:spChg chg="add del">
          <ac:chgData name="Saurabh Kumar Kumar" userId="85ceb1c9-cfab-42ce-afb8-c9da3c59b5c4" providerId="ADAL" clId="{3D17DB92-D122-0F41-A11F-A3E49709570D}" dt="2025-04-16T06:29:05.437" v="85" actId="26606"/>
          <ac:spMkLst>
            <pc:docMk/>
            <pc:sldMk cId="3031417367" sldId="269"/>
            <ac:spMk id="40" creationId="{B2C335F7-F61C-4EB4-80F2-4B1438FE66BB}"/>
          </ac:spMkLst>
        </pc:spChg>
        <pc:spChg chg="add del">
          <ac:chgData name="Saurabh Kumar Kumar" userId="85ceb1c9-cfab-42ce-afb8-c9da3c59b5c4" providerId="ADAL" clId="{3D17DB92-D122-0F41-A11F-A3E49709570D}" dt="2025-04-16T06:29:05.437" v="85" actId="26606"/>
          <ac:spMkLst>
            <pc:docMk/>
            <pc:sldMk cId="3031417367" sldId="269"/>
            <ac:spMk id="41" creationId="{D58401B5-5F1B-4D21-9AC3-AAEC8D366502}"/>
          </ac:spMkLst>
        </pc:spChg>
        <pc:picChg chg="add del mod">
          <ac:chgData name="Saurabh Kumar Kumar" userId="85ceb1c9-cfab-42ce-afb8-c9da3c59b5c4" providerId="ADAL" clId="{3D17DB92-D122-0F41-A11F-A3E49709570D}" dt="2025-04-16T06:29:37.895" v="88" actId="21"/>
          <ac:picMkLst>
            <pc:docMk/>
            <pc:sldMk cId="3031417367" sldId="269"/>
            <ac:picMk id="4" creationId="{265ABA68-D9F3-A5C7-4AE7-43FEDC10BCD9}"/>
          </ac:picMkLst>
        </pc:picChg>
        <pc:picChg chg="add del mod">
          <ac:chgData name="Saurabh Kumar Kumar" userId="85ceb1c9-cfab-42ce-afb8-c9da3c59b5c4" providerId="ADAL" clId="{3D17DB92-D122-0F41-A11F-A3E49709570D}" dt="2025-04-16T06:29:46.672" v="90" actId="21"/>
          <ac:picMkLst>
            <pc:docMk/>
            <pc:sldMk cId="3031417367" sldId="269"/>
            <ac:picMk id="7" creationId="{B717A225-D0A6-A8BF-D58A-BCF81CCBB07F}"/>
          </ac:picMkLst>
        </pc:picChg>
        <pc:picChg chg="add mod">
          <ac:chgData name="Saurabh Kumar Kumar" userId="85ceb1c9-cfab-42ce-afb8-c9da3c59b5c4" providerId="ADAL" clId="{3D17DB92-D122-0F41-A11F-A3E49709570D}" dt="2025-04-16T06:29:48.686" v="91"/>
          <ac:picMkLst>
            <pc:docMk/>
            <pc:sldMk cId="3031417367" sldId="269"/>
            <ac:picMk id="10" creationId="{166EE5E6-C596-1243-248B-D8237D5AF7B5}"/>
          </ac:picMkLst>
        </pc:picChg>
      </pc:sldChg>
      <pc:sldChg chg="addSp delSp modSp new del mod setBg setClrOvrMap">
        <pc:chgData name="Saurabh Kumar Kumar" userId="85ceb1c9-cfab-42ce-afb8-c9da3c59b5c4" providerId="ADAL" clId="{3D17DB92-D122-0F41-A11F-A3E49709570D}" dt="2025-04-16T06:28:13.663" v="64" actId="2696"/>
        <pc:sldMkLst>
          <pc:docMk/>
          <pc:sldMk cId="3988081597" sldId="269"/>
        </pc:sldMkLst>
        <pc:spChg chg="mod ord">
          <ac:chgData name="Saurabh Kumar Kumar" userId="85ceb1c9-cfab-42ce-afb8-c9da3c59b5c4" providerId="ADAL" clId="{3D17DB92-D122-0F41-A11F-A3E49709570D}" dt="2025-04-16T06:28:01.638" v="62" actId="26606"/>
          <ac:spMkLst>
            <pc:docMk/>
            <pc:sldMk cId="3988081597" sldId="269"/>
            <ac:spMk id="2" creationId="{35B5FA09-71EF-806A-EEC0-BDEC04CF101E}"/>
          </ac:spMkLst>
        </pc:spChg>
        <pc:spChg chg="del">
          <ac:chgData name="Saurabh Kumar Kumar" userId="85ceb1c9-cfab-42ce-afb8-c9da3c59b5c4" providerId="ADAL" clId="{3D17DB92-D122-0F41-A11F-A3E49709570D}" dt="2025-04-16T06:27:41.439" v="57"/>
          <ac:spMkLst>
            <pc:docMk/>
            <pc:sldMk cId="3988081597" sldId="269"/>
            <ac:spMk id="3" creationId="{D5E5ED58-E7E5-C8CD-7623-CF2DBF0DE821}"/>
          </ac:spMkLst>
        </pc:spChg>
        <pc:spChg chg="add del">
          <ac:chgData name="Saurabh Kumar Kumar" userId="85ceb1c9-cfab-42ce-afb8-c9da3c59b5c4" providerId="ADAL" clId="{3D17DB92-D122-0F41-A11F-A3E49709570D}" dt="2025-04-16T06:28:01.638" v="62" actId="26606"/>
          <ac:spMkLst>
            <pc:docMk/>
            <pc:sldMk cId="3988081597" sldId="269"/>
            <ac:spMk id="9" creationId="{774A975B-A886-5202-0489-6965514A0D14}"/>
          </ac:spMkLst>
        </pc:spChg>
        <pc:spChg chg="add del">
          <ac:chgData name="Saurabh Kumar Kumar" userId="85ceb1c9-cfab-42ce-afb8-c9da3c59b5c4" providerId="ADAL" clId="{3D17DB92-D122-0F41-A11F-A3E49709570D}" dt="2025-04-16T06:28:01.638" v="62" actId="26606"/>
          <ac:spMkLst>
            <pc:docMk/>
            <pc:sldMk cId="3988081597" sldId="269"/>
            <ac:spMk id="11" creationId="{EA67E988-5919-57BB-C7DE-D3EAD38A3045}"/>
          </ac:spMkLst>
        </pc:spChg>
        <pc:spChg chg="add del">
          <ac:chgData name="Saurabh Kumar Kumar" userId="85ceb1c9-cfab-42ce-afb8-c9da3c59b5c4" providerId="ADAL" clId="{3D17DB92-D122-0F41-A11F-A3E49709570D}" dt="2025-04-16T06:28:01.638" v="62" actId="26606"/>
          <ac:spMkLst>
            <pc:docMk/>
            <pc:sldMk cId="3988081597" sldId="269"/>
            <ac:spMk id="13" creationId="{E20BB609-EF92-42DB-836C-0699A590B5CF}"/>
          </ac:spMkLst>
        </pc:spChg>
        <pc:spChg chg="add del">
          <ac:chgData name="Saurabh Kumar Kumar" userId="85ceb1c9-cfab-42ce-afb8-c9da3c59b5c4" providerId="ADAL" clId="{3D17DB92-D122-0F41-A11F-A3E49709570D}" dt="2025-04-16T06:28:01.638" v="62" actId="26606"/>
          <ac:spMkLst>
            <pc:docMk/>
            <pc:sldMk cId="3988081597" sldId="269"/>
            <ac:spMk id="15" creationId="{637992A9-1E8C-4E57-B4F4-EE2D38E504A2}"/>
          </ac:spMkLst>
        </pc:spChg>
        <pc:spChg chg="add del">
          <ac:chgData name="Saurabh Kumar Kumar" userId="85ceb1c9-cfab-42ce-afb8-c9da3c59b5c4" providerId="ADAL" clId="{3D17DB92-D122-0F41-A11F-A3E49709570D}" dt="2025-04-16T06:28:01.638" v="62" actId="26606"/>
          <ac:spMkLst>
            <pc:docMk/>
            <pc:sldMk cId="3988081597" sldId="269"/>
            <ac:spMk id="17" creationId="{B2C335F7-F61C-4EB4-80F2-4B1438FE66BB}"/>
          </ac:spMkLst>
        </pc:spChg>
        <pc:spChg chg="add">
          <ac:chgData name="Saurabh Kumar Kumar" userId="85ceb1c9-cfab-42ce-afb8-c9da3c59b5c4" providerId="ADAL" clId="{3D17DB92-D122-0F41-A11F-A3E49709570D}" dt="2025-04-16T06:28:01.638" v="62" actId="26606"/>
          <ac:spMkLst>
            <pc:docMk/>
            <pc:sldMk cId="3988081597" sldId="269"/>
            <ac:spMk id="22" creationId="{774A975B-A886-5202-0489-6965514A0D14}"/>
          </ac:spMkLst>
        </pc:spChg>
        <pc:spChg chg="add">
          <ac:chgData name="Saurabh Kumar Kumar" userId="85ceb1c9-cfab-42ce-afb8-c9da3c59b5c4" providerId="ADAL" clId="{3D17DB92-D122-0F41-A11F-A3E49709570D}" dt="2025-04-16T06:28:01.638" v="62" actId="26606"/>
          <ac:spMkLst>
            <pc:docMk/>
            <pc:sldMk cId="3988081597" sldId="269"/>
            <ac:spMk id="24" creationId="{EA67E988-5919-57BB-C7DE-D3EAD38A3045}"/>
          </ac:spMkLst>
        </pc:spChg>
        <pc:spChg chg="add">
          <ac:chgData name="Saurabh Kumar Kumar" userId="85ceb1c9-cfab-42ce-afb8-c9da3c59b5c4" providerId="ADAL" clId="{3D17DB92-D122-0F41-A11F-A3E49709570D}" dt="2025-04-16T06:28:01.638" v="62" actId="26606"/>
          <ac:spMkLst>
            <pc:docMk/>
            <pc:sldMk cId="3988081597" sldId="269"/>
            <ac:spMk id="26" creationId="{FAF3766F-DEF3-4802-BB0D-7A18EDD9704F}"/>
          </ac:spMkLst>
        </pc:spChg>
        <pc:spChg chg="add">
          <ac:chgData name="Saurabh Kumar Kumar" userId="85ceb1c9-cfab-42ce-afb8-c9da3c59b5c4" providerId="ADAL" clId="{3D17DB92-D122-0F41-A11F-A3E49709570D}" dt="2025-04-16T06:28:01.638" v="62" actId="26606"/>
          <ac:spMkLst>
            <pc:docMk/>
            <pc:sldMk cId="3988081597" sldId="269"/>
            <ac:spMk id="28" creationId="{81F0C179-4DBF-6AB9-CD0B-9224A0C885A4}"/>
          </ac:spMkLst>
        </pc:spChg>
        <pc:picChg chg="add mod">
          <ac:chgData name="Saurabh Kumar Kumar" userId="85ceb1c9-cfab-42ce-afb8-c9da3c59b5c4" providerId="ADAL" clId="{3D17DB92-D122-0F41-A11F-A3E49709570D}" dt="2025-04-16T06:28:08.064" v="63" actId="14100"/>
          <ac:picMkLst>
            <pc:docMk/>
            <pc:sldMk cId="3988081597" sldId="269"/>
            <ac:picMk id="4" creationId="{9766DA52-7971-0BCD-C87B-675AF2892BD4}"/>
          </ac:picMkLst>
        </pc:picChg>
      </pc:sldChg>
      <pc:sldChg chg="modSp new del mod">
        <pc:chgData name="Saurabh Kumar Kumar" userId="85ceb1c9-cfab-42ce-afb8-c9da3c59b5c4" providerId="ADAL" clId="{3D17DB92-D122-0F41-A11F-A3E49709570D}" dt="2025-04-16T06:29:03.851" v="84" actId="680"/>
        <pc:sldMkLst>
          <pc:docMk/>
          <pc:sldMk cId="667994631" sldId="270"/>
        </pc:sldMkLst>
        <pc:spChg chg="mod">
          <ac:chgData name="Saurabh Kumar Kumar" userId="85ceb1c9-cfab-42ce-afb8-c9da3c59b5c4" providerId="ADAL" clId="{3D17DB92-D122-0F41-A11F-A3E49709570D}" dt="2025-04-16T06:29:03.115" v="83"/>
          <ac:spMkLst>
            <pc:docMk/>
            <pc:sldMk cId="667994631" sldId="270"/>
            <ac:spMk id="2" creationId="{5E5448D6-EC1E-7607-0049-CF5632F35FF3}"/>
          </ac:spMkLst>
        </pc:spChg>
      </pc:sldChg>
      <pc:sldChg chg="addSp delSp modSp new mod setBg delDesignElem">
        <pc:chgData name="Saurabh Kumar Kumar" userId="85ceb1c9-cfab-42ce-afb8-c9da3c59b5c4" providerId="ADAL" clId="{3D17DB92-D122-0F41-A11F-A3E49709570D}" dt="2025-04-16T06:32:10.022" v="149" actId="27636"/>
        <pc:sldMkLst>
          <pc:docMk/>
          <pc:sldMk cId="1446451963" sldId="270"/>
        </pc:sldMkLst>
        <pc:spChg chg="mod">
          <ac:chgData name="Saurabh Kumar Kumar" userId="85ceb1c9-cfab-42ce-afb8-c9da3c59b5c4" providerId="ADAL" clId="{3D17DB92-D122-0F41-A11F-A3E49709570D}" dt="2025-04-16T06:32:10.022" v="149" actId="27636"/>
          <ac:spMkLst>
            <pc:docMk/>
            <pc:sldMk cId="1446451963" sldId="270"/>
            <ac:spMk id="2" creationId="{38ED2395-077C-DF9D-C9B4-F3BBFE8DA3DB}"/>
          </ac:spMkLst>
        </pc:spChg>
        <pc:spChg chg="del">
          <ac:chgData name="Saurabh Kumar Kumar" userId="85ceb1c9-cfab-42ce-afb8-c9da3c59b5c4" providerId="ADAL" clId="{3D17DB92-D122-0F41-A11F-A3E49709570D}" dt="2025-04-16T06:30:07.062" v="95"/>
          <ac:spMkLst>
            <pc:docMk/>
            <pc:sldMk cId="1446451963" sldId="270"/>
            <ac:spMk id="3" creationId="{B2CC7F99-8DAF-897C-4ABB-97BA388F5200}"/>
          </ac:spMkLst>
        </pc:spChg>
        <pc:spChg chg="add del">
          <ac:chgData name="Saurabh Kumar Kumar" userId="85ceb1c9-cfab-42ce-afb8-c9da3c59b5c4" providerId="ADAL" clId="{3D17DB92-D122-0F41-A11F-A3E49709570D}" dt="2025-04-16T06:32:09.907" v="140"/>
          <ac:spMkLst>
            <pc:docMk/>
            <pc:sldMk cId="1446451963" sldId="270"/>
            <ac:spMk id="9" creationId="{774A975B-A886-5202-0489-6965514A0D14}"/>
          </ac:spMkLst>
        </pc:spChg>
        <pc:spChg chg="add del">
          <ac:chgData name="Saurabh Kumar Kumar" userId="85ceb1c9-cfab-42ce-afb8-c9da3c59b5c4" providerId="ADAL" clId="{3D17DB92-D122-0F41-A11F-A3E49709570D}" dt="2025-04-16T06:32:09.907" v="140"/>
          <ac:spMkLst>
            <pc:docMk/>
            <pc:sldMk cId="1446451963" sldId="270"/>
            <ac:spMk id="11" creationId="{EA67E988-5919-57BB-C7DE-D3EAD38A3045}"/>
          </ac:spMkLst>
        </pc:spChg>
        <pc:spChg chg="add del">
          <ac:chgData name="Saurabh Kumar Kumar" userId="85ceb1c9-cfab-42ce-afb8-c9da3c59b5c4" providerId="ADAL" clId="{3D17DB92-D122-0F41-A11F-A3E49709570D}" dt="2025-04-16T06:32:09.907" v="140"/>
          <ac:spMkLst>
            <pc:docMk/>
            <pc:sldMk cId="1446451963" sldId="270"/>
            <ac:spMk id="13" creationId="{FAF3766F-DEF3-4802-BB0D-7A18EDD9704F}"/>
          </ac:spMkLst>
        </pc:spChg>
        <pc:spChg chg="add del">
          <ac:chgData name="Saurabh Kumar Kumar" userId="85ceb1c9-cfab-42ce-afb8-c9da3c59b5c4" providerId="ADAL" clId="{3D17DB92-D122-0F41-A11F-A3E49709570D}" dt="2025-04-16T06:32:09.907" v="140"/>
          <ac:spMkLst>
            <pc:docMk/>
            <pc:sldMk cId="1446451963" sldId="270"/>
            <ac:spMk id="15" creationId="{81F0C179-4DBF-6AB9-CD0B-9224A0C885A4}"/>
          </ac:spMkLst>
        </pc:spChg>
        <pc:picChg chg="add mod">
          <ac:chgData name="Saurabh Kumar Kumar" userId="85ceb1c9-cfab-42ce-afb8-c9da3c59b5c4" providerId="ADAL" clId="{3D17DB92-D122-0F41-A11F-A3E49709570D}" dt="2025-04-16T06:30:09.396" v="96" actId="26606"/>
          <ac:picMkLst>
            <pc:docMk/>
            <pc:sldMk cId="1446451963" sldId="270"/>
            <ac:picMk id="4" creationId="{982DFD9F-F989-D9D6-8A84-F53D2720CF3D}"/>
          </ac:picMkLst>
        </pc:picChg>
      </pc:sldChg>
      <pc:sldChg chg="addSp delSp modSp new mod setBg delDesignElem">
        <pc:chgData name="Saurabh Kumar Kumar" userId="85ceb1c9-cfab-42ce-afb8-c9da3c59b5c4" providerId="ADAL" clId="{3D17DB92-D122-0F41-A11F-A3E49709570D}" dt="2025-04-16T06:32:09.907" v="140"/>
        <pc:sldMkLst>
          <pc:docMk/>
          <pc:sldMk cId="353106223" sldId="271"/>
        </pc:sldMkLst>
        <pc:spChg chg="mod">
          <ac:chgData name="Saurabh Kumar Kumar" userId="85ceb1c9-cfab-42ce-afb8-c9da3c59b5c4" providerId="ADAL" clId="{3D17DB92-D122-0F41-A11F-A3E49709570D}" dt="2025-04-16T06:30:25.648" v="100" actId="26606"/>
          <ac:spMkLst>
            <pc:docMk/>
            <pc:sldMk cId="353106223" sldId="271"/>
            <ac:spMk id="2" creationId="{2AC4EB09-93E2-AFEC-935C-F3B520F4F621}"/>
          </ac:spMkLst>
        </pc:spChg>
        <pc:spChg chg="del">
          <ac:chgData name="Saurabh Kumar Kumar" userId="85ceb1c9-cfab-42ce-afb8-c9da3c59b5c4" providerId="ADAL" clId="{3D17DB92-D122-0F41-A11F-A3E49709570D}" dt="2025-04-16T06:30:23.013" v="99"/>
          <ac:spMkLst>
            <pc:docMk/>
            <pc:sldMk cId="353106223" sldId="271"/>
            <ac:spMk id="3" creationId="{4AD6D0D1-6E82-2338-D6E1-A9C876131374}"/>
          </ac:spMkLst>
        </pc:spChg>
        <pc:spChg chg="add del">
          <ac:chgData name="Saurabh Kumar Kumar" userId="85ceb1c9-cfab-42ce-afb8-c9da3c59b5c4" providerId="ADAL" clId="{3D17DB92-D122-0F41-A11F-A3E49709570D}" dt="2025-04-16T06:32:09.907" v="140"/>
          <ac:spMkLst>
            <pc:docMk/>
            <pc:sldMk cId="353106223" sldId="271"/>
            <ac:spMk id="9" creationId="{774A975B-A886-5202-0489-6965514A0D14}"/>
          </ac:spMkLst>
        </pc:spChg>
        <pc:spChg chg="add del">
          <ac:chgData name="Saurabh Kumar Kumar" userId="85ceb1c9-cfab-42ce-afb8-c9da3c59b5c4" providerId="ADAL" clId="{3D17DB92-D122-0F41-A11F-A3E49709570D}" dt="2025-04-16T06:32:09.907" v="140"/>
          <ac:spMkLst>
            <pc:docMk/>
            <pc:sldMk cId="353106223" sldId="271"/>
            <ac:spMk id="11" creationId="{EA67E988-5919-57BB-C7DE-D3EAD38A3045}"/>
          </ac:spMkLst>
        </pc:spChg>
        <pc:spChg chg="add del">
          <ac:chgData name="Saurabh Kumar Kumar" userId="85ceb1c9-cfab-42ce-afb8-c9da3c59b5c4" providerId="ADAL" clId="{3D17DB92-D122-0F41-A11F-A3E49709570D}" dt="2025-04-16T06:32:09.907" v="140"/>
          <ac:spMkLst>
            <pc:docMk/>
            <pc:sldMk cId="353106223" sldId="271"/>
            <ac:spMk id="13" creationId="{FAF3766F-DEF3-4802-BB0D-7A18EDD9704F}"/>
          </ac:spMkLst>
        </pc:spChg>
        <pc:spChg chg="add del">
          <ac:chgData name="Saurabh Kumar Kumar" userId="85ceb1c9-cfab-42ce-afb8-c9da3c59b5c4" providerId="ADAL" clId="{3D17DB92-D122-0F41-A11F-A3E49709570D}" dt="2025-04-16T06:32:09.907" v="140"/>
          <ac:spMkLst>
            <pc:docMk/>
            <pc:sldMk cId="353106223" sldId="271"/>
            <ac:spMk id="15" creationId="{81F0C179-4DBF-6AB9-CD0B-9224A0C885A4}"/>
          </ac:spMkLst>
        </pc:spChg>
        <pc:picChg chg="add mod">
          <ac:chgData name="Saurabh Kumar Kumar" userId="85ceb1c9-cfab-42ce-afb8-c9da3c59b5c4" providerId="ADAL" clId="{3D17DB92-D122-0F41-A11F-A3E49709570D}" dt="2025-04-16T06:30:25.648" v="100" actId="26606"/>
          <ac:picMkLst>
            <pc:docMk/>
            <pc:sldMk cId="353106223" sldId="271"/>
            <ac:picMk id="4" creationId="{BA858063-FA04-D249-F28A-B36A20FB265A}"/>
          </ac:picMkLst>
        </pc:picChg>
      </pc:sldChg>
      <pc:sldChg chg="addSp delSp modSp new mod setBg delDesignElem">
        <pc:chgData name="Saurabh Kumar Kumar" userId="85ceb1c9-cfab-42ce-afb8-c9da3c59b5c4" providerId="ADAL" clId="{3D17DB92-D122-0F41-A11F-A3E49709570D}" dt="2025-04-16T06:32:10.026" v="150" actId="27636"/>
        <pc:sldMkLst>
          <pc:docMk/>
          <pc:sldMk cId="2837112778" sldId="272"/>
        </pc:sldMkLst>
        <pc:spChg chg="mod">
          <ac:chgData name="Saurabh Kumar Kumar" userId="85ceb1c9-cfab-42ce-afb8-c9da3c59b5c4" providerId="ADAL" clId="{3D17DB92-D122-0F41-A11F-A3E49709570D}" dt="2025-04-16T06:32:10.026" v="150" actId="27636"/>
          <ac:spMkLst>
            <pc:docMk/>
            <pc:sldMk cId="2837112778" sldId="272"/>
            <ac:spMk id="2" creationId="{53AAD5AA-CF01-36CA-4C98-1A69701818C4}"/>
          </ac:spMkLst>
        </pc:spChg>
        <pc:spChg chg="del">
          <ac:chgData name="Saurabh Kumar Kumar" userId="85ceb1c9-cfab-42ce-afb8-c9da3c59b5c4" providerId="ADAL" clId="{3D17DB92-D122-0F41-A11F-A3E49709570D}" dt="2025-04-16T06:30:40.801" v="103"/>
          <ac:spMkLst>
            <pc:docMk/>
            <pc:sldMk cId="2837112778" sldId="272"/>
            <ac:spMk id="3" creationId="{FAAB8BD7-2FE8-E557-0253-4B1B61686A2D}"/>
          </ac:spMkLst>
        </pc:spChg>
        <pc:spChg chg="add del">
          <ac:chgData name="Saurabh Kumar Kumar" userId="85ceb1c9-cfab-42ce-afb8-c9da3c59b5c4" providerId="ADAL" clId="{3D17DB92-D122-0F41-A11F-A3E49709570D}" dt="2025-04-16T06:32:09.907" v="140"/>
          <ac:spMkLst>
            <pc:docMk/>
            <pc:sldMk cId="2837112778" sldId="272"/>
            <ac:spMk id="9" creationId="{774A975B-A886-5202-0489-6965514A0D14}"/>
          </ac:spMkLst>
        </pc:spChg>
        <pc:spChg chg="add del">
          <ac:chgData name="Saurabh Kumar Kumar" userId="85ceb1c9-cfab-42ce-afb8-c9da3c59b5c4" providerId="ADAL" clId="{3D17DB92-D122-0F41-A11F-A3E49709570D}" dt="2025-04-16T06:32:09.907" v="140"/>
          <ac:spMkLst>
            <pc:docMk/>
            <pc:sldMk cId="2837112778" sldId="272"/>
            <ac:spMk id="11" creationId="{EA67E988-5919-57BB-C7DE-D3EAD38A3045}"/>
          </ac:spMkLst>
        </pc:spChg>
        <pc:spChg chg="add del">
          <ac:chgData name="Saurabh Kumar Kumar" userId="85ceb1c9-cfab-42ce-afb8-c9da3c59b5c4" providerId="ADAL" clId="{3D17DB92-D122-0F41-A11F-A3E49709570D}" dt="2025-04-16T06:32:09.907" v="140"/>
          <ac:spMkLst>
            <pc:docMk/>
            <pc:sldMk cId="2837112778" sldId="272"/>
            <ac:spMk id="13" creationId="{FAF3766F-DEF3-4802-BB0D-7A18EDD9704F}"/>
          </ac:spMkLst>
        </pc:spChg>
        <pc:spChg chg="add del">
          <ac:chgData name="Saurabh Kumar Kumar" userId="85ceb1c9-cfab-42ce-afb8-c9da3c59b5c4" providerId="ADAL" clId="{3D17DB92-D122-0F41-A11F-A3E49709570D}" dt="2025-04-16T06:32:09.907" v="140"/>
          <ac:spMkLst>
            <pc:docMk/>
            <pc:sldMk cId="2837112778" sldId="272"/>
            <ac:spMk id="15" creationId="{81F0C179-4DBF-6AB9-CD0B-9224A0C885A4}"/>
          </ac:spMkLst>
        </pc:spChg>
        <pc:picChg chg="add mod">
          <ac:chgData name="Saurabh Kumar Kumar" userId="85ceb1c9-cfab-42ce-afb8-c9da3c59b5c4" providerId="ADAL" clId="{3D17DB92-D122-0F41-A11F-A3E49709570D}" dt="2025-04-16T06:30:54.350" v="105" actId="27614"/>
          <ac:picMkLst>
            <pc:docMk/>
            <pc:sldMk cId="2837112778" sldId="272"/>
            <ac:picMk id="4" creationId="{A280D6D4-F501-6C18-B50D-AD31EBCB03FD}"/>
          </ac:picMkLst>
        </pc:picChg>
      </pc:sldChg>
      <pc:sldChg chg="addSp delSp modSp new mod setBg">
        <pc:chgData name="Saurabh Kumar Kumar" userId="85ceb1c9-cfab-42ce-afb8-c9da3c59b5c4" providerId="ADAL" clId="{3D17DB92-D122-0F41-A11F-A3E49709570D}" dt="2025-04-16T06:32:16.400" v="153" actId="26606"/>
        <pc:sldMkLst>
          <pc:docMk/>
          <pc:sldMk cId="4288364846" sldId="273"/>
        </pc:sldMkLst>
        <pc:spChg chg="mod">
          <ac:chgData name="Saurabh Kumar Kumar" userId="85ceb1c9-cfab-42ce-afb8-c9da3c59b5c4" providerId="ADAL" clId="{3D17DB92-D122-0F41-A11F-A3E49709570D}" dt="2025-04-16T06:32:16.400" v="153" actId="26606"/>
          <ac:spMkLst>
            <pc:docMk/>
            <pc:sldMk cId="4288364846" sldId="273"/>
            <ac:spMk id="2" creationId="{208FCFBA-F866-1F84-76B3-538350C64291}"/>
          </ac:spMkLst>
        </pc:spChg>
        <pc:spChg chg="mod">
          <ac:chgData name="Saurabh Kumar Kumar" userId="85ceb1c9-cfab-42ce-afb8-c9da3c59b5c4" providerId="ADAL" clId="{3D17DB92-D122-0F41-A11F-A3E49709570D}" dt="2025-04-16T06:32:16.400" v="153" actId="26606"/>
          <ac:spMkLst>
            <pc:docMk/>
            <pc:sldMk cId="4288364846" sldId="273"/>
            <ac:spMk id="3" creationId="{61F6E0C1-129E-72B1-AB0B-47CC5145080C}"/>
          </ac:spMkLst>
        </pc:spChg>
        <pc:spChg chg="add del">
          <ac:chgData name="Saurabh Kumar Kumar" userId="85ceb1c9-cfab-42ce-afb8-c9da3c59b5c4" providerId="ADAL" clId="{3D17DB92-D122-0F41-A11F-A3E49709570D}" dt="2025-04-16T06:32:16.391" v="152" actId="26606"/>
          <ac:spMkLst>
            <pc:docMk/>
            <pc:sldMk cId="4288364846" sldId="273"/>
            <ac:spMk id="9" creationId="{1660E788-AFA9-4A1B-9991-6AA74632A15B}"/>
          </ac:spMkLst>
        </pc:spChg>
        <pc:spChg chg="add del">
          <ac:chgData name="Saurabh Kumar Kumar" userId="85ceb1c9-cfab-42ce-afb8-c9da3c59b5c4" providerId="ADAL" clId="{3D17DB92-D122-0F41-A11F-A3E49709570D}" dt="2025-04-16T06:32:16.391" v="152" actId="26606"/>
          <ac:spMkLst>
            <pc:docMk/>
            <pc:sldMk cId="4288364846" sldId="273"/>
            <ac:spMk id="11" creationId="{867D4867-5BA7-4462-B2F6-A23F4A622AA7}"/>
          </ac:spMkLst>
        </pc:spChg>
        <pc:picChg chg="add del">
          <ac:chgData name="Saurabh Kumar Kumar" userId="85ceb1c9-cfab-42ce-afb8-c9da3c59b5c4" providerId="ADAL" clId="{3D17DB92-D122-0F41-A11F-A3E49709570D}" dt="2025-04-16T06:32:16.391" v="152" actId="26606"/>
          <ac:picMkLst>
            <pc:docMk/>
            <pc:sldMk cId="4288364846" sldId="273"/>
            <ac:picMk id="5" creationId="{B2A9140B-7C4C-51B2-08E3-40B3CA7386FC}"/>
          </ac:picMkLst>
        </pc:picChg>
        <pc:picChg chg="add">
          <ac:chgData name="Saurabh Kumar Kumar" userId="85ceb1c9-cfab-42ce-afb8-c9da3c59b5c4" providerId="ADAL" clId="{3D17DB92-D122-0F41-A11F-A3E49709570D}" dt="2025-04-16T06:32:16.400" v="153" actId="26606"/>
          <ac:picMkLst>
            <pc:docMk/>
            <pc:sldMk cId="4288364846" sldId="273"/>
            <ac:picMk id="13" creationId="{F2E14442-3C42-1771-315B-A9D59C11F789}"/>
          </ac:picMkLst>
        </pc:picChg>
      </pc:sldChg>
      <pc:sldChg chg="modSp new mod">
        <pc:chgData name="Saurabh Kumar Kumar" userId="85ceb1c9-cfab-42ce-afb8-c9da3c59b5c4" providerId="ADAL" clId="{3D17DB92-D122-0F41-A11F-A3E49709570D}" dt="2025-04-16T06:32:31.380" v="157" actId="27636"/>
        <pc:sldMkLst>
          <pc:docMk/>
          <pc:sldMk cId="2289971276" sldId="274"/>
        </pc:sldMkLst>
        <pc:spChg chg="mod">
          <ac:chgData name="Saurabh Kumar Kumar" userId="85ceb1c9-cfab-42ce-afb8-c9da3c59b5c4" providerId="ADAL" clId="{3D17DB92-D122-0F41-A11F-A3E49709570D}" dt="2025-04-16T06:32:31.380" v="157" actId="27636"/>
          <ac:spMkLst>
            <pc:docMk/>
            <pc:sldMk cId="2289971276" sldId="274"/>
            <ac:spMk id="2" creationId="{BB30B129-7E8D-4878-CB2A-4619FFBA58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51BAE-A620-BF40-ADB4-CAD90190A83F}" type="datetimeFigureOut">
              <a:rPr lang="en-US" smtClean="0"/>
              <a:t>4/17/25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E98F37-88F5-C647-8471-984BFA7B17FC}" type="slidenum">
              <a:rPr lang="en-US" smtClean="0"/>
              <a:t>‹#›</a:t>
            </a:fld>
            <a:endParaRPr lang="en-US"/>
          </a:p>
        </p:txBody>
      </p:sp>
    </p:spTree>
    <p:extLst>
      <p:ext uri="{BB962C8B-B14F-4D97-AF65-F5344CB8AC3E}">
        <p14:creationId xmlns:p14="http://schemas.microsoft.com/office/powerpoint/2010/main" val="2018499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E98F37-88F5-C647-8471-984BFA7B17FC}" type="slidenum">
              <a:rPr lang="en-US" smtClean="0"/>
              <a:t>1</a:t>
            </a:fld>
            <a:endParaRPr lang="en-US"/>
          </a:p>
        </p:txBody>
      </p:sp>
    </p:spTree>
    <p:extLst>
      <p:ext uri="{BB962C8B-B14F-4D97-AF65-F5344CB8AC3E}">
        <p14:creationId xmlns:p14="http://schemas.microsoft.com/office/powerpoint/2010/main" val="188148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E98F37-88F5-C647-8471-984BFA7B17FC}" type="slidenum">
              <a:rPr lang="en-US" smtClean="0"/>
              <a:t>13</a:t>
            </a:fld>
            <a:endParaRPr lang="en-US"/>
          </a:p>
        </p:txBody>
      </p:sp>
    </p:spTree>
    <p:extLst>
      <p:ext uri="{BB962C8B-B14F-4D97-AF65-F5344CB8AC3E}">
        <p14:creationId xmlns:p14="http://schemas.microsoft.com/office/powerpoint/2010/main" val="1560303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88B5-EF64-7849-31B9-48E1F56D21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2CD77F-C2E4-B701-1EAC-2B3C341F5D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B4BDB7-80F5-95BD-352D-108065ACA3E1}"/>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5" name="Footer Placeholder 4">
            <a:extLst>
              <a:ext uri="{FF2B5EF4-FFF2-40B4-BE49-F238E27FC236}">
                <a16:creationId xmlns:a16="http://schemas.microsoft.com/office/drawing/2014/main" id="{EEAA5609-0D67-7F91-6719-B6C86EECD6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B6EEC0-78BD-995B-F1CB-0E8A05A41648}"/>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46235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CA08-99FA-CB6A-0D94-70ACFE6611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614937-1265-0B8A-A233-1B12BA1AD4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D9B16-F501-120F-61C1-F1A7FABF5D1B}"/>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5" name="Footer Placeholder 4">
            <a:extLst>
              <a:ext uri="{FF2B5EF4-FFF2-40B4-BE49-F238E27FC236}">
                <a16:creationId xmlns:a16="http://schemas.microsoft.com/office/drawing/2014/main" id="{96680731-6241-6A29-2365-E9FDDD37D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1BA3-0EAE-E29D-A04C-4FC69E49A517}"/>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40690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CFD44-08F7-FA48-8AA2-7FDC1DAAFA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432313-D7E0-E82C-1658-528F404314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C52E5A-1F3B-34B9-698F-F6D8AA0D7044}"/>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5" name="Footer Placeholder 4">
            <a:extLst>
              <a:ext uri="{FF2B5EF4-FFF2-40B4-BE49-F238E27FC236}">
                <a16:creationId xmlns:a16="http://schemas.microsoft.com/office/drawing/2014/main" id="{C18E8A87-BD70-DA25-20CE-2DD197BDD5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C4D8A-E015-E66F-0E17-A815DE5F710C}"/>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8230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9BC14-D01F-5A96-15C4-3A7F484E3D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8ACC3-B3FB-CFA2-A466-DFA34C9732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C31365-09D3-EC4F-2A02-4198F698FD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1C750E-97B0-D505-8E08-3D046386E444}"/>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6" name="Footer Placeholder 5">
            <a:extLst>
              <a:ext uri="{FF2B5EF4-FFF2-40B4-BE49-F238E27FC236}">
                <a16:creationId xmlns:a16="http://schemas.microsoft.com/office/drawing/2014/main" id="{0076805F-7886-5FD8-B054-6C3E47EAEC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189BC4-5075-4F3D-7053-D231376B430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66871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3429B-0C67-28AC-720B-B1E2F1BA12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898DC2-BAB7-001D-BEAC-CD7155F15E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659081-15BC-6C0A-A353-92D12EF71D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0E5CC2-DE36-B614-7A06-C89BA5B361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D47474-111E-17AD-7AFD-02012ADDF0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BF8B1-6B9E-F920-A84D-7F5402C90F4D}"/>
              </a:ext>
            </a:extLst>
          </p:cNvPr>
          <p:cNvSpPr>
            <a:spLocks noGrp="1"/>
          </p:cNvSpPr>
          <p:nvPr>
            <p:ph type="dt" sz="half" idx="10"/>
          </p:nvPr>
        </p:nvSpPr>
        <p:spPr/>
        <p:txBody>
          <a:bodyPr/>
          <a:lstStyle/>
          <a:p>
            <a:fld id="{E80C50CD-E178-4744-9B35-B2F624D6C5E9}" type="datetimeFigureOut">
              <a:rPr lang="en-US" smtClean="0"/>
              <a:pPr/>
              <a:t>4/17/25</a:t>
            </a:fld>
            <a:endParaRPr lang="en-US"/>
          </a:p>
        </p:txBody>
      </p:sp>
      <p:sp>
        <p:nvSpPr>
          <p:cNvPr id="8" name="Footer Placeholder 7">
            <a:extLst>
              <a:ext uri="{FF2B5EF4-FFF2-40B4-BE49-F238E27FC236}">
                <a16:creationId xmlns:a16="http://schemas.microsoft.com/office/drawing/2014/main" id="{3B6E6193-4999-3924-508F-B4C1B9F76190}"/>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1F8C518-6725-199D-8EDB-69DDF8433B44}"/>
              </a:ext>
            </a:extLst>
          </p:cNvPr>
          <p:cNvSpPr>
            <a:spLocks noGrp="1"/>
          </p:cNvSpPr>
          <p:nvPr>
            <p:ph type="sldNum" sz="quarter" idx="12"/>
          </p:nvPr>
        </p:nvSpPr>
        <p:spPr/>
        <p:txBody>
          <a:bodyPr/>
          <a:lstStyle/>
          <a:p>
            <a:fld id="{148CC95F-0247-41B6-91CF-DC97C76A7088}" type="slidenum">
              <a:rPr lang="en-US" smtClean="0"/>
              <a:pPr/>
              <a:t>‹#›</a:t>
            </a:fld>
            <a:endParaRPr lang="en-US"/>
          </a:p>
        </p:txBody>
      </p:sp>
    </p:spTree>
    <p:extLst>
      <p:ext uri="{BB962C8B-B14F-4D97-AF65-F5344CB8AC3E}">
        <p14:creationId xmlns:p14="http://schemas.microsoft.com/office/powerpoint/2010/main" val="18000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8EA15-BC50-3564-105F-E4851AD77A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083C6D-1B77-2FD0-00AB-39424C75CEA6}"/>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4" name="Footer Placeholder 3">
            <a:extLst>
              <a:ext uri="{FF2B5EF4-FFF2-40B4-BE49-F238E27FC236}">
                <a16:creationId xmlns:a16="http://schemas.microsoft.com/office/drawing/2014/main" id="{FB398688-C64E-E3D1-1D87-75C8F2AB34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05C4BC-93AA-35A1-2748-84F3E79360E2}"/>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983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EA6844-EFEF-BE74-3510-C6987D4DCEDF}"/>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3" name="Footer Placeholder 2">
            <a:extLst>
              <a:ext uri="{FF2B5EF4-FFF2-40B4-BE49-F238E27FC236}">
                <a16:creationId xmlns:a16="http://schemas.microsoft.com/office/drawing/2014/main" id="{6BB95A6B-CCE3-7137-462E-6C5E31408A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4E845-FB60-C773-ABB4-FDC444BFA69F}"/>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99981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8E050-BAFE-9D40-6A80-131B685E2F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9D4528-45CC-1B52-E5C2-4166C80255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CEECCD-9B03-9950-A908-A0E1CF9B67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888DA-75DC-A13B-BA9A-B80D5667FBB5}"/>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6" name="Footer Placeholder 5">
            <a:extLst>
              <a:ext uri="{FF2B5EF4-FFF2-40B4-BE49-F238E27FC236}">
                <a16:creationId xmlns:a16="http://schemas.microsoft.com/office/drawing/2014/main" id="{811B862A-94C5-8A0F-46D9-B6B2BA5C0C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09C9AC-ABA8-7072-ED28-6C899218A766}"/>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18277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D92B-E1B5-61E7-BC77-7533EEFDBD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803A2B-AE0C-D975-35FB-26856B192E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81CA6A-AF8E-94D6-11F3-A05800240B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FBB71E-8DB7-5AB3-E1E2-168C4AB5AAB8}"/>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6" name="Footer Placeholder 5">
            <a:extLst>
              <a:ext uri="{FF2B5EF4-FFF2-40B4-BE49-F238E27FC236}">
                <a16:creationId xmlns:a16="http://schemas.microsoft.com/office/drawing/2014/main" id="{B43E830B-41A1-7637-AE24-28D2FBB25E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A45135-3638-38CC-F36A-E5524E81D46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24623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31D22-6AEE-4E28-DC0F-4F66FAB5F1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B4A1E3-9AFF-A7DB-999E-AC6B487B2C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24FD6D-CFEE-B98D-7741-C1C7E385B8DD}"/>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5" name="Footer Placeholder 4">
            <a:extLst>
              <a:ext uri="{FF2B5EF4-FFF2-40B4-BE49-F238E27FC236}">
                <a16:creationId xmlns:a16="http://schemas.microsoft.com/office/drawing/2014/main" id="{D926036C-0A1B-F790-C735-5C0EDE54DB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ADD83-51D6-A2B6-14AD-8AB1BB301CDC}"/>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79753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4D2779-ECF2-5435-9972-868430AA27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4C0620-260A-E11A-E256-DABA1E6E35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0189C1-A316-9FEE-D2C5-979026E18A6F}"/>
              </a:ext>
            </a:extLst>
          </p:cNvPr>
          <p:cNvSpPr>
            <a:spLocks noGrp="1"/>
          </p:cNvSpPr>
          <p:nvPr>
            <p:ph type="dt" sz="half" idx="10"/>
          </p:nvPr>
        </p:nvSpPr>
        <p:spPr/>
        <p:txBody>
          <a:bodyPr/>
          <a:lstStyle/>
          <a:p>
            <a:fld id="{E80C50CD-E178-4744-9B35-B2F624D6C5E9}" type="datetimeFigureOut">
              <a:rPr lang="en-US" smtClean="0"/>
              <a:t>4/17/25</a:t>
            </a:fld>
            <a:endParaRPr lang="en-US"/>
          </a:p>
        </p:txBody>
      </p:sp>
      <p:sp>
        <p:nvSpPr>
          <p:cNvPr id="5" name="Footer Placeholder 4">
            <a:extLst>
              <a:ext uri="{FF2B5EF4-FFF2-40B4-BE49-F238E27FC236}">
                <a16:creationId xmlns:a16="http://schemas.microsoft.com/office/drawing/2014/main" id="{0520B445-F86C-CF92-7E3C-B4BD14D19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EF9721-B282-5D78-65A3-D831B9F796F7}"/>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96526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59AA4D-1938-A404-B5FC-344FB67CE7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EF9DC5-C65C-F68C-ECEA-5A26225CD9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14F61-6441-60D2-CDF9-CADB5511AF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0C50CD-E178-4744-9B35-B2F624D6C5E9}" type="datetimeFigureOut">
              <a:rPr lang="en-US" smtClean="0"/>
              <a:pPr/>
              <a:t>4/17/25</a:t>
            </a:fld>
            <a:endParaRPr lang="en-US"/>
          </a:p>
        </p:txBody>
      </p:sp>
      <p:sp>
        <p:nvSpPr>
          <p:cNvPr id="5" name="Footer Placeholder 4">
            <a:extLst>
              <a:ext uri="{FF2B5EF4-FFF2-40B4-BE49-F238E27FC236}">
                <a16:creationId xmlns:a16="http://schemas.microsoft.com/office/drawing/2014/main" id="{698548CC-5A91-901F-7DD3-4BD9ED47AF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BA63621C-49EA-05CE-5DF0-BA01190E2C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1623708897"/>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2FC2BA-F362-7BF1-ADDA-4A09C74B45D3}"/>
              </a:ext>
            </a:extLst>
          </p:cNvPr>
          <p:cNvPicPr>
            <a:picLocks noChangeAspect="1"/>
          </p:cNvPicPr>
          <p:nvPr/>
        </p:nvPicPr>
        <p:blipFill>
          <a:blip r:embed="rId3">
            <a:alphaModFix amt="40000"/>
          </a:blip>
          <a:srcRect t="11664" b="8265"/>
          <a:stretch/>
        </p:blipFill>
        <p:spPr>
          <a:xfrm>
            <a:off x="0" y="0"/>
            <a:ext cx="12192001" cy="6858000"/>
          </a:xfrm>
          <a:prstGeom prst="rect">
            <a:avLst/>
          </a:prstGeom>
        </p:spPr>
      </p:pic>
      <p:sp>
        <p:nvSpPr>
          <p:cNvPr id="3" name="Subtitle 2">
            <a:extLst>
              <a:ext uri="{FF2B5EF4-FFF2-40B4-BE49-F238E27FC236}">
                <a16:creationId xmlns:a16="http://schemas.microsoft.com/office/drawing/2014/main" id="{B6359F77-359E-F758-7F52-957DE9F671B6}"/>
              </a:ext>
            </a:extLst>
          </p:cNvPr>
          <p:cNvSpPr>
            <a:spLocks noGrp="1"/>
          </p:cNvSpPr>
          <p:nvPr>
            <p:ph type="subTitle" idx="1"/>
          </p:nvPr>
        </p:nvSpPr>
        <p:spPr>
          <a:xfrm>
            <a:off x="517869" y="3842795"/>
            <a:ext cx="11114687" cy="2673619"/>
          </a:xfrm>
        </p:spPr>
        <p:txBody>
          <a:bodyPr anchor="t">
            <a:normAutofit/>
          </a:bodyPr>
          <a:lstStyle/>
          <a:p>
            <a:pPr>
              <a:lnSpc>
                <a:spcPct val="100000"/>
              </a:lnSpc>
            </a:pPr>
            <a:r>
              <a:rPr lang="en-IN" b="1" i="1" dirty="0">
                <a:solidFill>
                  <a:srgbClr val="FFFFFF"/>
                </a:solidFill>
                <a:effectLst/>
                <a:latin typeface="Times New Roman" panose="02020603050405020304" pitchFamily="18" charset="0"/>
                <a:ea typeface="Times New Roman" panose="02020603050405020304" pitchFamily="18" charset="0"/>
              </a:rPr>
              <a:t>(</a:t>
            </a:r>
            <a:r>
              <a:rPr lang="en-IN" b="1" dirty="0">
                <a:solidFill>
                  <a:srgbClr val="FFFFFF"/>
                </a:solidFill>
                <a:effectLst/>
                <a:latin typeface="Times New Roman" panose="02020603050405020304" pitchFamily="18" charset="0"/>
                <a:ea typeface="Times New Roman" panose="02020603050405020304" pitchFamily="18" charset="0"/>
              </a:rPr>
              <a:t>Exploratory Data Analysis On Diwali Sales Data </a:t>
            </a:r>
            <a:r>
              <a:rPr lang="en-IN" b="1" i="1" dirty="0">
                <a:solidFill>
                  <a:srgbClr val="FFFFFF"/>
                </a:solidFill>
                <a:effectLst/>
                <a:latin typeface="Times New Roman" panose="02020603050405020304" pitchFamily="18" charset="0"/>
                <a:ea typeface="Times New Roman" panose="02020603050405020304" pitchFamily="18" charset="0"/>
              </a:rPr>
              <a:t>)</a:t>
            </a:r>
            <a:endParaRPr lang="en-US" dirty="0">
              <a:solidFill>
                <a:srgbClr val="FFFFFF"/>
              </a:solidFill>
              <a:effectLst/>
              <a:latin typeface="Times New Roman" panose="02020603050405020304" pitchFamily="18" charset="0"/>
              <a:ea typeface="Times New Roman" panose="02020603050405020304" pitchFamily="18" charset="0"/>
            </a:endParaRPr>
          </a:p>
          <a:p>
            <a:pPr>
              <a:lnSpc>
                <a:spcPct val="100000"/>
              </a:lnSpc>
            </a:pPr>
            <a:endParaRPr lang="en-US" sz="800" dirty="0">
              <a:solidFill>
                <a:srgbClr val="FFFFFF"/>
              </a:solidFill>
            </a:endParaRPr>
          </a:p>
          <a:p>
            <a:pPr marL="0" marR="0">
              <a:lnSpc>
                <a:spcPct val="100000"/>
              </a:lnSpc>
              <a:buNone/>
            </a:pPr>
            <a:r>
              <a:rPr lang="en-IN" sz="800" dirty="0">
                <a:solidFill>
                  <a:srgbClr val="FFFFFF"/>
                </a:solidFill>
                <a:effectLst/>
                <a:latin typeface="Times New Roman" panose="02020603050405020304" pitchFamily="18" charset="0"/>
                <a:ea typeface="Times New Roman" panose="02020603050405020304" pitchFamily="18" charset="0"/>
              </a:rPr>
              <a:t> </a:t>
            </a:r>
            <a:endParaRPr lang="en-US" sz="800" dirty="0">
              <a:solidFill>
                <a:srgbClr val="FFFFFF"/>
              </a:solidFill>
              <a:effectLst/>
              <a:latin typeface="Times New Roman" panose="02020603050405020304" pitchFamily="18" charset="0"/>
              <a:ea typeface="Times New Roman" panose="02020603050405020304" pitchFamily="18" charset="0"/>
            </a:endParaRPr>
          </a:p>
          <a:p>
            <a:pPr marL="0" marR="0">
              <a:lnSpc>
                <a:spcPct val="100000"/>
              </a:lnSpc>
              <a:buNone/>
            </a:pPr>
            <a:r>
              <a:rPr lang="en-IN" sz="1800" dirty="0">
                <a:solidFill>
                  <a:srgbClr val="FFFFFF"/>
                </a:solidFill>
                <a:effectLst/>
                <a:latin typeface="Times New Roman" panose="02020603050405020304" pitchFamily="18" charset="0"/>
                <a:ea typeface="Times New Roman" panose="02020603050405020304" pitchFamily="18" charset="0"/>
              </a:rPr>
              <a:t>Submitted by: Saurabh Kumar </a:t>
            </a:r>
            <a:endParaRPr lang="en-US" sz="1800" dirty="0">
              <a:solidFill>
                <a:srgbClr val="FFFFFF"/>
              </a:solidFill>
              <a:effectLst/>
              <a:latin typeface="Times New Roman" panose="02020603050405020304" pitchFamily="18" charset="0"/>
              <a:ea typeface="Times New Roman" panose="02020603050405020304" pitchFamily="18" charset="0"/>
            </a:endParaRPr>
          </a:p>
          <a:p>
            <a:pPr marL="0" marR="0">
              <a:lnSpc>
                <a:spcPct val="100000"/>
              </a:lnSpc>
              <a:buNone/>
            </a:pPr>
            <a:r>
              <a:rPr lang="en-IN" sz="1800" dirty="0">
                <a:solidFill>
                  <a:srgbClr val="FFFFFF"/>
                </a:solidFill>
                <a:effectLst/>
                <a:latin typeface="Times New Roman" panose="02020603050405020304" pitchFamily="18" charset="0"/>
                <a:ea typeface="Times New Roman" panose="02020603050405020304" pitchFamily="18" charset="0"/>
              </a:rPr>
              <a:t>Registration No: 12324770</a:t>
            </a:r>
            <a:endParaRPr lang="en-US" sz="1800" dirty="0">
              <a:solidFill>
                <a:srgbClr val="FFFFFF"/>
              </a:solidFill>
              <a:effectLst/>
              <a:latin typeface="Times New Roman" panose="02020603050405020304" pitchFamily="18" charset="0"/>
              <a:ea typeface="Times New Roman" panose="02020603050405020304" pitchFamily="18" charset="0"/>
            </a:endParaRPr>
          </a:p>
          <a:p>
            <a:pPr marL="0" marR="0">
              <a:lnSpc>
                <a:spcPct val="100000"/>
              </a:lnSpc>
              <a:buNone/>
            </a:pPr>
            <a:r>
              <a:rPr lang="en-IN" sz="1800" dirty="0">
                <a:solidFill>
                  <a:srgbClr val="FFFFFF"/>
                </a:solidFill>
                <a:effectLst/>
                <a:latin typeface="Times New Roman" panose="02020603050405020304" pitchFamily="18" charset="0"/>
                <a:ea typeface="Times New Roman" panose="02020603050405020304" pitchFamily="18" charset="0"/>
              </a:rPr>
              <a:t>Programme and Section: BTech CSE / K23WG</a:t>
            </a:r>
            <a:endParaRPr lang="en-US" sz="1800" dirty="0">
              <a:solidFill>
                <a:srgbClr val="FFFFFF"/>
              </a:solidFill>
              <a:effectLst/>
              <a:latin typeface="Times New Roman" panose="02020603050405020304" pitchFamily="18" charset="0"/>
              <a:ea typeface="Times New Roman" panose="02020603050405020304" pitchFamily="18" charset="0"/>
            </a:endParaRPr>
          </a:p>
          <a:p>
            <a:pPr marL="0" marR="0">
              <a:lnSpc>
                <a:spcPct val="100000"/>
              </a:lnSpc>
            </a:pPr>
            <a:r>
              <a:rPr lang="en-IN" sz="1800" dirty="0">
                <a:solidFill>
                  <a:srgbClr val="FFFFFF"/>
                </a:solidFill>
                <a:effectLst/>
                <a:latin typeface="Times New Roman" panose="02020603050405020304" pitchFamily="18" charset="0"/>
                <a:ea typeface="Times New Roman" panose="02020603050405020304" pitchFamily="18" charset="0"/>
              </a:rPr>
              <a:t>Course Code: INT-375</a:t>
            </a:r>
            <a:endParaRPr lang="en-US" sz="1800" dirty="0">
              <a:solidFill>
                <a:srgbClr val="FFFFFF"/>
              </a:solidFill>
              <a:effectLst/>
              <a:latin typeface="Times New Roman" panose="02020603050405020304" pitchFamily="18" charset="0"/>
              <a:ea typeface="Times New Roman" panose="02020603050405020304" pitchFamily="18" charset="0"/>
            </a:endParaRPr>
          </a:p>
          <a:p>
            <a:pPr>
              <a:lnSpc>
                <a:spcPct val="100000"/>
              </a:lnSpc>
            </a:pPr>
            <a:endParaRPr lang="en-US" sz="800" dirty="0">
              <a:solidFill>
                <a:srgbClr val="FFFFFF"/>
              </a:solidFill>
            </a:endParaRPr>
          </a:p>
        </p:txBody>
      </p:sp>
      <p:sp>
        <p:nvSpPr>
          <p:cNvPr id="9" name="Title 1">
            <a:extLst>
              <a:ext uri="{FF2B5EF4-FFF2-40B4-BE49-F238E27FC236}">
                <a16:creationId xmlns:a16="http://schemas.microsoft.com/office/drawing/2014/main" id="{F75DAE4E-D99E-CD40-891D-8903889E33EA}"/>
              </a:ext>
            </a:extLst>
          </p:cNvPr>
          <p:cNvSpPr>
            <a:spLocks noGrp="1"/>
          </p:cNvSpPr>
          <p:nvPr>
            <p:ph type="ctrTitle"/>
          </p:nvPr>
        </p:nvSpPr>
        <p:spPr/>
        <p:txBody>
          <a:bodyPr anchor="t">
            <a:normAutofit fontScale="90000"/>
          </a:bodyPr>
          <a:lstStyle/>
          <a:p>
            <a:pPr marL="0" marR="0">
              <a:lnSpc>
                <a:spcPct val="90000"/>
              </a:lnSpc>
              <a:spcAft>
                <a:spcPts val="1380"/>
              </a:spcAft>
            </a:pPr>
            <a:r>
              <a:rPr lang="en-US" sz="3800" b="1" dirty="0">
                <a:solidFill>
                  <a:srgbClr val="FFFFFF"/>
                </a:solidFill>
                <a:effectLst/>
                <a:latin typeface="Times New Roman" panose="02020603050405020304" pitchFamily="18" charset="0"/>
                <a:ea typeface="Times New Roman" panose="02020603050405020304" pitchFamily="18" charset="0"/>
              </a:rPr>
              <a:t> </a:t>
            </a:r>
            <a:br>
              <a:rPr lang="en-US" sz="3800" b="1" dirty="0">
                <a:solidFill>
                  <a:srgbClr val="FFFFFF"/>
                </a:solidFill>
                <a:effectLst/>
                <a:latin typeface="Times New Roman" panose="02020603050405020304" pitchFamily="18" charset="0"/>
                <a:ea typeface="Times New Roman" panose="02020603050405020304" pitchFamily="18" charset="0"/>
              </a:rPr>
            </a:br>
            <a:r>
              <a:rPr lang="en-US" sz="3800" b="1" dirty="0">
                <a:solidFill>
                  <a:srgbClr val="FFFFFF"/>
                </a:solidFill>
                <a:effectLst/>
                <a:latin typeface="Times New Roman" panose="02020603050405020304" pitchFamily="18" charset="0"/>
                <a:ea typeface="Times New Roman" panose="02020603050405020304" pitchFamily="18" charset="0"/>
              </a:rPr>
              <a:t>INT-375 Data Science Toolbox: Python Programming </a:t>
            </a:r>
            <a:br>
              <a:rPr lang="en-US" sz="3800" dirty="0">
                <a:solidFill>
                  <a:srgbClr val="FFFFFF"/>
                </a:solidFill>
                <a:effectLst/>
                <a:latin typeface="Times New Roman" panose="02020603050405020304" pitchFamily="18" charset="0"/>
                <a:ea typeface="Times New Roman" panose="02020603050405020304" pitchFamily="18" charset="0"/>
              </a:rPr>
            </a:br>
            <a:r>
              <a:rPr lang="en-IN" sz="3800" b="1" dirty="0">
                <a:solidFill>
                  <a:srgbClr val="FFFFFF"/>
                </a:solidFill>
                <a:effectLst/>
                <a:latin typeface="Times New Roman" panose="02020603050405020304" pitchFamily="18" charset="0"/>
                <a:ea typeface="Times New Roman" panose="02020603050405020304" pitchFamily="18" charset="0"/>
              </a:rPr>
              <a:t>PROJECT REPORT</a:t>
            </a:r>
            <a:br>
              <a:rPr lang="en-US" sz="3800" dirty="0">
                <a:solidFill>
                  <a:srgbClr val="FFFFFF"/>
                </a:solidFill>
                <a:effectLst/>
                <a:latin typeface="Times New Roman" panose="02020603050405020304" pitchFamily="18" charset="0"/>
                <a:ea typeface="Times New Roman" panose="02020603050405020304" pitchFamily="18" charset="0"/>
              </a:rPr>
            </a:br>
            <a:r>
              <a:rPr lang="en-IN" sz="3800" dirty="0">
                <a:solidFill>
                  <a:srgbClr val="FFFFFF"/>
                </a:solidFill>
                <a:effectLst/>
                <a:latin typeface="Times New Roman" panose="02020603050405020304" pitchFamily="18" charset="0"/>
                <a:ea typeface="Times New Roman" panose="02020603050405020304" pitchFamily="18" charset="0"/>
              </a:rPr>
              <a:t>(Project Semester </a:t>
            </a:r>
            <a:r>
              <a:rPr lang="en-US" sz="3800" dirty="0">
                <a:solidFill>
                  <a:srgbClr val="FFFFFF"/>
                </a:solidFill>
                <a:effectLst/>
                <a:latin typeface="Times New Roman" panose="02020603050405020304" pitchFamily="18" charset="0"/>
                <a:ea typeface="Times New Roman" panose="02020603050405020304" pitchFamily="18" charset="0"/>
              </a:rPr>
              <a:t>January-April 2025</a:t>
            </a:r>
            <a:r>
              <a:rPr lang="en-IN" sz="3800" dirty="0">
                <a:solidFill>
                  <a:srgbClr val="FFFFFF"/>
                </a:solidFill>
                <a:effectLst/>
                <a:latin typeface="Times New Roman" panose="02020603050405020304" pitchFamily="18" charset="0"/>
                <a:ea typeface="Times New Roman" panose="02020603050405020304" pitchFamily="18" charset="0"/>
              </a:rPr>
              <a:t>)</a:t>
            </a:r>
            <a:endParaRPr lang="en-US" sz="3800" dirty="0">
              <a:solidFill>
                <a:srgbClr val="FFFFFF"/>
              </a:solidFill>
            </a:endParaRPr>
          </a:p>
        </p:txBody>
      </p:sp>
    </p:spTree>
    <p:extLst>
      <p:ext uri="{BB962C8B-B14F-4D97-AF65-F5344CB8AC3E}">
        <p14:creationId xmlns:p14="http://schemas.microsoft.com/office/powerpoint/2010/main" val="192032679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5B3780-E654-A896-66C6-FB36ECBCD60E}"/>
              </a:ext>
            </a:extLst>
          </p:cNvPr>
          <p:cNvSpPr>
            <a:spLocks noGrp="1"/>
          </p:cNvSpPr>
          <p:nvPr>
            <p:ph type="title"/>
          </p:nvPr>
        </p:nvSpPr>
        <p:spPr>
          <a:xfrm>
            <a:off x="1245072" y="1289765"/>
            <a:ext cx="3651101" cy="4270963"/>
          </a:xfrm>
        </p:spPr>
        <p:txBody>
          <a:bodyPr anchor="ctr">
            <a:normAutofit/>
          </a:bodyPr>
          <a:lstStyle/>
          <a:p>
            <a:pPr marL="342900" marR="0" lvl="0" indent="-342900" algn="ctr">
              <a:spcAft>
                <a:spcPts val="800"/>
              </a:spcAft>
            </a:pPr>
            <a:r>
              <a:rPr lang="en-US" sz="3900" b="1">
                <a:solidFill>
                  <a:srgbClr val="FFFFFF"/>
                </a:solidFill>
                <a:effectLst/>
                <a:latin typeface="Times New Roman" panose="02020603050405020304" pitchFamily="18" charset="0"/>
                <a:ea typeface="Times New Roman" panose="02020603050405020304" pitchFamily="18" charset="0"/>
              </a:rPr>
              <a:t>1)Introduction:</a:t>
            </a:r>
            <a:endParaRPr lang="en-US" sz="3900">
              <a:solidFill>
                <a:srgbClr val="FFFFFF"/>
              </a:solidFill>
              <a:effectLst/>
              <a:latin typeface="Times New Roman" panose="02020603050405020304" pitchFamily="18" charset="0"/>
              <a:ea typeface="Times New Roman" panose="02020603050405020304" pitchFamily="18" charset="0"/>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7ABB64A9-3685-FFE1-3E5A-780E4DF5728D}"/>
              </a:ext>
            </a:extLst>
          </p:cNvPr>
          <p:cNvSpPr>
            <a:spLocks noGrp="1"/>
          </p:cNvSpPr>
          <p:nvPr>
            <p:ph idx="1"/>
          </p:nvPr>
        </p:nvSpPr>
        <p:spPr>
          <a:xfrm>
            <a:off x="6297233" y="518400"/>
            <a:ext cx="4771607" cy="5837949"/>
          </a:xfrm>
        </p:spPr>
        <p:txBody>
          <a:bodyPr anchor="ctr">
            <a:normAutofit/>
          </a:bodyPr>
          <a:lstStyle/>
          <a:p>
            <a:r>
              <a:rPr lang="en-US" sz="2000">
                <a:solidFill>
                  <a:schemeClr val="tx1">
                    <a:alpha val="80000"/>
                  </a:schemeClr>
                </a:solidFill>
                <a:effectLst/>
                <a:latin typeface="Times New Roman" panose="02020603050405020304" pitchFamily="18" charset="0"/>
                <a:ea typeface="Times New Roman" panose="02020603050405020304" pitchFamily="18" charset="0"/>
              </a:rPr>
              <a:t>The Diwali Sales datasets captures consumer behavior during one of India’ most significant and high-activity commercial periods-the festival of Diwali. This Season is characterized by a cultural tradition of gift-giving and large-scale purchases, ranging from clothing and electronics to households’ items. For years, marketing analysts and data scientists have studied retail trends around Diwali to understand consumer psychology and spending habits. Researchers suggest that Diwali shopping patterns offer a unique lens into how festive sentiment drives economic activity across regions, age group and occupations.</a:t>
            </a:r>
          </a:p>
          <a:p>
            <a:endParaRPr lang="en-US" sz="20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8179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F6EBA-5865-60C0-DBC0-DFA1D8160C81}"/>
              </a:ext>
            </a:extLst>
          </p:cNvPr>
          <p:cNvSpPr>
            <a:spLocks noGrp="1"/>
          </p:cNvSpPr>
          <p:nvPr>
            <p:ph type="title"/>
          </p:nvPr>
        </p:nvSpPr>
        <p:spPr>
          <a:xfrm>
            <a:off x="521208" y="157910"/>
            <a:ext cx="11155680" cy="1011133"/>
          </a:xfrm>
        </p:spPr>
        <p:txBody>
          <a:bodyPr>
            <a:normAutofit fontScale="90000"/>
          </a:bodyPr>
          <a:lstStyle/>
          <a:p>
            <a:r>
              <a:rPr lang="en-US" sz="4000" b="1" dirty="0">
                <a:effectLst/>
                <a:latin typeface="Times New Roman" panose="02020603050405020304" pitchFamily="18" charset="0"/>
                <a:ea typeface="Times New Roman" panose="02020603050405020304" pitchFamily="18" charset="0"/>
              </a:rPr>
              <a:t>2)Dataset Preprocessing:</a:t>
            </a:r>
            <a:br>
              <a:rPr lang="en-US" sz="4000" dirty="0">
                <a:effectLst/>
                <a:latin typeface="Times New Roman" panose="02020603050405020304" pitchFamily="18" charset="0"/>
                <a:ea typeface="Times New Roman" panose="02020603050405020304" pitchFamily="18" charset="0"/>
              </a:rPr>
            </a:br>
            <a:endParaRPr lang="en-US" sz="4000" dirty="0"/>
          </a:p>
        </p:txBody>
      </p:sp>
      <p:sp>
        <p:nvSpPr>
          <p:cNvPr id="3" name="Content Placeholder 2">
            <a:extLst>
              <a:ext uri="{FF2B5EF4-FFF2-40B4-BE49-F238E27FC236}">
                <a16:creationId xmlns:a16="http://schemas.microsoft.com/office/drawing/2014/main" id="{427B0217-5786-1921-34EF-701B5963C156}"/>
              </a:ext>
            </a:extLst>
          </p:cNvPr>
          <p:cNvSpPr>
            <a:spLocks noGrp="1"/>
          </p:cNvSpPr>
          <p:nvPr>
            <p:ph idx="1"/>
          </p:nvPr>
        </p:nvSpPr>
        <p:spPr>
          <a:xfrm>
            <a:off x="521208" y="1261641"/>
            <a:ext cx="11155680" cy="5084295"/>
          </a:xfrm>
        </p:spPr>
        <p:txBody>
          <a:bodyPr/>
          <a:lstStyle/>
          <a:p>
            <a:pPr marL="742950" marR="0" lvl="1" indent="-285750" algn="just">
              <a:lnSpc>
                <a:spcPct val="107000"/>
              </a:lnSpc>
              <a:spcAft>
                <a:spcPts val="800"/>
              </a:spcAft>
              <a:buFont typeface="+mj-lt"/>
              <a:buAutoNum type="arabicPeriod"/>
            </a:pPr>
            <a:r>
              <a:rPr lang="en-US" b="1" dirty="0">
                <a:effectLst/>
                <a:latin typeface="Times New Roman" panose="02020603050405020304" pitchFamily="18" charset="0"/>
                <a:ea typeface="Times New Roman" panose="02020603050405020304" pitchFamily="18" charset="0"/>
              </a:rPr>
              <a:t>Loading and Listing Data:</a:t>
            </a:r>
            <a:endParaRPr lang="en-US" dirty="0">
              <a:effectLst/>
              <a:latin typeface="Times New Roman" panose="02020603050405020304" pitchFamily="18" charset="0"/>
              <a:ea typeface="Times New Roman" panose="02020603050405020304" pitchFamily="18" charset="0"/>
            </a:endParaRPr>
          </a:p>
          <a:p>
            <a:pPr marL="685800" marR="0" algn="just">
              <a:lnSpc>
                <a:spcPct val="107000"/>
              </a:lnSpc>
              <a:spcAft>
                <a:spcPts val="800"/>
              </a:spcAft>
            </a:pPr>
            <a:r>
              <a:rPr lang="en-US" sz="1800" dirty="0">
                <a:effectLst/>
                <a:latin typeface="Times New Roman" panose="02020603050405020304" pitchFamily="18" charset="0"/>
                <a:ea typeface="Times New Roman" panose="02020603050405020304" pitchFamily="18" charset="0"/>
              </a:rPr>
              <a:t>At first, we need to load the data for preprocessing so importing necessary libraries is the first step and to do so enter the following code:</a:t>
            </a:r>
          </a:p>
          <a:p>
            <a:endParaRPr lang="en-US" dirty="0"/>
          </a:p>
        </p:txBody>
      </p:sp>
      <p:pic>
        <p:nvPicPr>
          <p:cNvPr id="4" name="Picture 3" descr="A black rectangular object with white text&#10;&#10;AI-generated content may be incorrect.">
            <a:extLst>
              <a:ext uri="{FF2B5EF4-FFF2-40B4-BE49-F238E27FC236}">
                <a16:creationId xmlns:a16="http://schemas.microsoft.com/office/drawing/2014/main" id="{F052C615-AEB0-7040-5AB4-40AB54891D40}"/>
              </a:ext>
            </a:extLst>
          </p:cNvPr>
          <p:cNvPicPr>
            <a:picLocks noChangeAspect="1"/>
          </p:cNvPicPr>
          <p:nvPr/>
        </p:nvPicPr>
        <p:blipFill rotWithShape="1">
          <a:blip r:embed="rId2">
            <a:extLst>
              <a:ext uri="{28A0092B-C50C-407E-A947-70E740481C1C}">
                <a14:useLocalDpi xmlns:a14="http://schemas.microsoft.com/office/drawing/2010/main" val="0"/>
              </a:ext>
            </a:extLst>
          </a:blip>
          <a:srcRect r="53940"/>
          <a:stretch/>
        </p:blipFill>
        <p:spPr bwMode="auto">
          <a:xfrm>
            <a:off x="1045886" y="2489860"/>
            <a:ext cx="4679877" cy="1801162"/>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E67AC853-BF81-0E7E-9309-BD1111B5876D}"/>
              </a:ext>
            </a:extLst>
          </p:cNvPr>
          <p:cNvSpPr txBox="1"/>
          <p:nvPr/>
        </p:nvSpPr>
        <p:spPr>
          <a:xfrm>
            <a:off x="388883" y="3429001"/>
            <a:ext cx="5450891" cy="2557239"/>
          </a:xfrm>
          <a:prstGeom prst="rect">
            <a:avLst/>
          </a:prstGeom>
          <a:noFill/>
        </p:spPr>
        <p:txBody>
          <a:bodyPr wrap="square">
            <a:spAutoFit/>
          </a:bodyPr>
          <a:lstStyle/>
          <a:p>
            <a:pPr marL="685800" marR="0" algn="just">
              <a:lnSpc>
                <a:spcPct val="107000"/>
              </a:lnSpc>
              <a:spcAft>
                <a:spcPts val="800"/>
              </a:spcAft>
              <a:buNone/>
            </a:pPr>
            <a:endParaRPr lang="en-US" sz="1800" dirty="0">
              <a:effectLst/>
              <a:latin typeface="Times New Roman" panose="02020603050405020304" pitchFamily="18" charset="0"/>
              <a:ea typeface="Times New Roman" panose="02020603050405020304" pitchFamily="18" charset="0"/>
            </a:endParaRPr>
          </a:p>
          <a:p>
            <a:pPr marL="685800" marR="0" algn="just">
              <a:lnSpc>
                <a:spcPct val="107000"/>
              </a:lnSpc>
              <a:spcAft>
                <a:spcPts val="800"/>
              </a:spcAft>
              <a:buNone/>
            </a:pPr>
            <a:endParaRPr lang="en-US" sz="1800" dirty="0">
              <a:effectLst/>
              <a:latin typeface="Times New Roman" panose="02020603050405020304" pitchFamily="18" charset="0"/>
              <a:ea typeface="Times New Roman" panose="02020603050405020304" pitchFamily="18" charset="0"/>
            </a:endParaRPr>
          </a:p>
          <a:p>
            <a:pPr marL="685800" marR="0" algn="just">
              <a:lnSpc>
                <a:spcPct val="107000"/>
              </a:lnSpc>
              <a:spcAft>
                <a:spcPts val="800"/>
              </a:spcAft>
              <a:buNone/>
            </a:pPr>
            <a:endParaRPr lang="en-US" dirty="0">
              <a:latin typeface="Times New Roman" panose="02020603050405020304" pitchFamily="18" charset="0"/>
              <a:ea typeface="Times New Roman" panose="02020603050405020304" pitchFamily="18" charset="0"/>
            </a:endParaRPr>
          </a:p>
          <a:p>
            <a:pPr marL="685800" marR="0" algn="just">
              <a:lnSpc>
                <a:spcPct val="107000"/>
              </a:lnSpc>
              <a:spcAft>
                <a:spcPts val="800"/>
              </a:spcAft>
              <a:buNone/>
            </a:pPr>
            <a:r>
              <a:rPr lang="en-US" sz="1800" dirty="0">
                <a:effectLst/>
                <a:latin typeface="Times New Roman" panose="02020603050405020304" pitchFamily="18" charset="0"/>
                <a:ea typeface="Times New Roman" panose="02020603050405020304" pitchFamily="18" charset="0"/>
              </a:rPr>
              <a:t>Fig 3.1.1 Importing Libraries</a:t>
            </a:r>
          </a:p>
          <a:p>
            <a:pPr marL="685800" marR="0" algn="just">
              <a:lnSpc>
                <a:spcPct val="107000"/>
              </a:lnSpc>
              <a:spcAft>
                <a:spcPts val="800"/>
              </a:spcAft>
            </a:pPr>
            <a:r>
              <a:rPr lang="en-US" sz="1800" dirty="0">
                <a:effectLst/>
                <a:latin typeface="Times New Roman" panose="02020603050405020304" pitchFamily="18" charset="0"/>
                <a:ea typeface="Times New Roman" panose="02020603050405020304" pitchFamily="18" charset="0"/>
              </a:rPr>
              <a:t>Now, after importing the necessary libraries we need to load the CSV (Comma Separated Value) file and to do that the following is the code.</a:t>
            </a:r>
          </a:p>
        </p:txBody>
      </p:sp>
      <p:pic>
        <p:nvPicPr>
          <p:cNvPr id="10" name="Picture 9" descr="A black screen with white text&#10;&#10;AI-generated content may be incorrect.">
            <a:extLst>
              <a:ext uri="{FF2B5EF4-FFF2-40B4-BE49-F238E27FC236}">
                <a16:creationId xmlns:a16="http://schemas.microsoft.com/office/drawing/2014/main" id="{C7E63928-1D6F-A341-7A3F-1CFFD4717D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5090" y="3203220"/>
            <a:ext cx="5746482" cy="1621027"/>
          </a:xfrm>
          <a:prstGeom prst="rect">
            <a:avLst/>
          </a:prstGeom>
        </p:spPr>
      </p:pic>
      <p:sp>
        <p:nvSpPr>
          <p:cNvPr id="12" name="TextBox 11">
            <a:extLst>
              <a:ext uri="{FF2B5EF4-FFF2-40B4-BE49-F238E27FC236}">
                <a16:creationId xmlns:a16="http://schemas.microsoft.com/office/drawing/2014/main" id="{2179DD75-5FFB-A520-DF87-FA9CE03ADD61}"/>
              </a:ext>
            </a:extLst>
          </p:cNvPr>
          <p:cNvSpPr txBox="1"/>
          <p:nvPr/>
        </p:nvSpPr>
        <p:spPr>
          <a:xfrm>
            <a:off x="1215342" y="4953965"/>
            <a:ext cx="184731" cy="369332"/>
          </a:xfrm>
          <a:prstGeom prst="rect">
            <a:avLst/>
          </a:prstGeom>
          <a:noFill/>
        </p:spPr>
        <p:txBody>
          <a:bodyPr wrap="square" rtlCol="0">
            <a:spAutoFit/>
          </a:bodyPr>
          <a:lstStyle/>
          <a:p>
            <a:endParaRPr lang="en-US" dirty="0"/>
          </a:p>
        </p:txBody>
      </p:sp>
      <p:sp>
        <p:nvSpPr>
          <p:cNvPr id="16" name="TextBox 15">
            <a:extLst>
              <a:ext uri="{FF2B5EF4-FFF2-40B4-BE49-F238E27FC236}">
                <a16:creationId xmlns:a16="http://schemas.microsoft.com/office/drawing/2014/main" id="{868F6989-F0AB-233E-D21F-7DF53D606933}"/>
              </a:ext>
            </a:extLst>
          </p:cNvPr>
          <p:cNvSpPr txBox="1"/>
          <p:nvPr/>
        </p:nvSpPr>
        <p:spPr>
          <a:xfrm>
            <a:off x="7069216" y="5171092"/>
            <a:ext cx="2937430" cy="369332"/>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rPr>
              <a:t>Fig 3.1.2 Loading Dataset</a:t>
            </a:r>
          </a:p>
        </p:txBody>
      </p:sp>
    </p:spTree>
    <p:extLst>
      <p:ext uri="{BB962C8B-B14F-4D97-AF65-F5344CB8AC3E}">
        <p14:creationId xmlns:p14="http://schemas.microsoft.com/office/powerpoint/2010/main" val="407448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Freeform: Shape 10">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2">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F8FDDD6-7F89-BA33-7ACC-A689A533A16F}"/>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marL="685800" marR="0">
              <a:spcAft>
                <a:spcPts val="800"/>
              </a:spcAft>
            </a:pPr>
            <a:r>
              <a:rPr lang="en-US" sz="2800" b="1" kern="1200" dirty="0">
                <a:solidFill>
                  <a:schemeClr val="tx1"/>
                </a:solidFill>
                <a:effectLst/>
                <a:latin typeface="+mj-lt"/>
                <a:ea typeface="+mj-ea"/>
                <a:cs typeface="+mj-cs"/>
              </a:rPr>
              <a:t>2.Redefine Columns:</a:t>
            </a:r>
            <a:br>
              <a:rPr lang="en-US" sz="1900" kern="1200" dirty="0">
                <a:solidFill>
                  <a:schemeClr val="tx1"/>
                </a:solidFill>
                <a:effectLst/>
                <a:latin typeface="+mj-lt"/>
                <a:ea typeface="+mj-ea"/>
                <a:cs typeface="+mj-cs"/>
              </a:rPr>
            </a:br>
            <a:r>
              <a:rPr lang="en-US" sz="1900" b="0" kern="1200" dirty="0">
                <a:solidFill>
                  <a:schemeClr val="tx1"/>
                </a:solidFill>
                <a:effectLst/>
                <a:latin typeface="+mj-lt"/>
                <a:ea typeface="+mj-ea"/>
                <a:cs typeface="+mj-cs"/>
              </a:rPr>
              <a:t>To enhance readability and structure it is prominent to rename the columns accordingly as it allows in more descriptive and efficient analysis. The following code is to redefine all the columns at once:</a:t>
            </a:r>
            <a:endParaRPr lang="en-US" sz="1900" b="0" kern="1200" dirty="0">
              <a:solidFill>
                <a:schemeClr val="tx1"/>
              </a:solidFill>
              <a:latin typeface="+mj-lt"/>
              <a:ea typeface="+mj-ea"/>
              <a:cs typeface="+mj-cs"/>
            </a:endParaRP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screenshot of a computer&#10;&#10;AI-generated content may be incorrect.">
            <a:extLst>
              <a:ext uri="{FF2B5EF4-FFF2-40B4-BE49-F238E27FC236}">
                <a16:creationId xmlns:a16="http://schemas.microsoft.com/office/drawing/2014/main" id="{ABC1FCFC-9484-4DAC-8D9A-114E6C52FAE7}"/>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31478" r="52894" b="2474"/>
          <a:stretch/>
        </p:blipFill>
        <p:spPr bwMode="auto">
          <a:xfrm>
            <a:off x="5414356" y="1601119"/>
            <a:ext cx="6408836" cy="3504510"/>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417581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D4A310-E113-E36B-1785-6EA0F2393E53}"/>
              </a:ext>
            </a:extLst>
          </p:cNvPr>
          <p:cNvSpPr>
            <a:spLocks noGrp="1"/>
          </p:cNvSpPr>
          <p:nvPr>
            <p:ph type="title"/>
          </p:nvPr>
        </p:nvSpPr>
        <p:spPr>
          <a:xfrm>
            <a:off x="640080" y="329184"/>
            <a:ext cx="6894576" cy="1783080"/>
          </a:xfrm>
        </p:spPr>
        <p:txBody>
          <a:bodyPr anchor="b">
            <a:normAutofit/>
          </a:bodyPr>
          <a:lstStyle/>
          <a:p>
            <a:r>
              <a:rPr lang="en-US" sz="5400" b="1">
                <a:effectLst/>
                <a:latin typeface="Times New Roman" panose="02020603050405020304" pitchFamily="18" charset="0"/>
                <a:ea typeface="Times New Roman" panose="02020603050405020304" pitchFamily="18" charset="0"/>
              </a:rPr>
              <a:t>4).Analysis on Dataset</a:t>
            </a:r>
            <a:endParaRPr lang="en-US" sz="5400"/>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1B62D88-3761-F9D1-D22E-1BE2E3E9156F}"/>
              </a:ext>
            </a:extLst>
          </p:cNvPr>
          <p:cNvSpPr>
            <a:spLocks noGrp="1"/>
          </p:cNvSpPr>
          <p:nvPr>
            <p:ph idx="1"/>
          </p:nvPr>
        </p:nvSpPr>
        <p:spPr>
          <a:xfrm>
            <a:off x="640080" y="2706624"/>
            <a:ext cx="6894576" cy="3483864"/>
          </a:xfrm>
        </p:spPr>
        <p:txBody>
          <a:bodyPr>
            <a:normAutofit/>
          </a:bodyPr>
          <a:lstStyle/>
          <a:p>
            <a:pPr marL="0" indent="0">
              <a:buNone/>
            </a:pPr>
            <a:r>
              <a:rPr lang="en-US" sz="2200" b="1">
                <a:latin typeface="Times New Roman" panose="02020603050405020304" pitchFamily="18" charset="0"/>
                <a:ea typeface="Times New Roman" panose="02020603050405020304" pitchFamily="18" charset="0"/>
              </a:rPr>
              <a:t>a</a:t>
            </a:r>
            <a:r>
              <a:rPr lang="en-US" sz="2200" b="1">
                <a:effectLst/>
                <a:latin typeface="Times New Roman" panose="02020603050405020304" pitchFamily="18" charset="0"/>
                <a:ea typeface="Times New Roman" panose="02020603050405020304" pitchFamily="18" charset="0"/>
              </a:rPr>
              <a:t>).Objective-1: To analyze the distribution of Customer Gender wise(Pie Chart).</a:t>
            </a:r>
            <a:endParaRPr lang="en-US" sz="2200">
              <a:effectLst/>
              <a:latin typeface="Times New Roman" panose="02020603050405020304" pitchFamily="18" charset="0"/>
              <a:ea typeface="Times New Roman" panose="02020603050405020304" pitchFamily="18" charset="0"/>
            </a:endParaRPr>
          </a:p>
          <a:p>
            <a:pPr marL="0" marR="0" lvl="0" indent="0">
              <a:spcAft>
                <a:spcPts val="800"/>
              </a:spcAft>
              <a:buNone/>
            </a:pPr>
            <a:r>
              <a:rPr lang="en-US" sz="2200">
                <a:effectLst/>
                <a:latin typeface="Times New Roman" panose="02020603050405020304" pitchFamily="18" charset="0"/>
                <a:ea typeface="Aptos" panose="020B0004020202020204" pitchFamily="34" charset="0"/>
              </a:rPr>
              <a:t>The column termed as “Gender” represents the biological gender of the customer making a purchase during the Diwali season. It is a categorical variable with two primary values: ‘M’(Male) and ‘F’(Female). This attribute is essential in understanding the consumer behavior differs across gender lines.</a:t>
            </a:r>
          </a:p>
          <a:p>
            <a:endParaRPr lang="en-US" sz="2200"/>
          </a:p>
        </p:txBody>
      </p:sp>
      <p:pic>
        <p:nvPicPr>
          <p:cNvPr id="6" name="Picture 5">
            <a:extLst>
              <a:ext uri="{FF2B5EF4-FFF2-40B4-BE49-F238E27FC236}">
                <a16:creationId xmlns:a16="http://schemas.microsoft.com/office/drawing/2014/main" id="{31207043-04D9-A620-8142-1A0AC89AE5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841" y="58967"/>
            <a:ext cx="4325112" cy="4000759"/>
          </a:xfrm>
          <a:prstGeom prst="rect">
            <a:avLst/>
          </a:prstGeom>
        </p:spPr>
      </p:pic>
      <p:pic>
        <p:nvPicPr>
          <p:cNvPr id="4" name="Picture 3">
            <a:extLst>
              <a:ext uri="{FF2B5EF4-FFF2-40B4-BE49-F238E27FC236}">
                <a16:creationId xmlns:a16="http://schemas.microsoft.com/office/drawing/2014/main" id="{959096B4-7D25-F3C1-ECED-E87A17A0F94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089" t="30145" r="33883" b="49064"/>
          <a:stretch/>
        </p:blipFill>
        <p:spPr bwMode="auto">
          <a:xfrm>
            <a:off x="7863840" y="4693793"/>
            <a:ext cx="3995928" cy="947071"/>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469232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CB52E0-8331-9BAB-F58C-6F25477FF64D}"/>
              </a:ext>
            </a:extLst>
          </p:cNvPr>
          <p:cNvSpPr>
            <a:spLocks noGrp="1"/>
          </p:cNvSpPr>
          <p:nvPr>
            <p:ph type="title"/>
          </p:nvPr>
        </p:nvSpPr>
        <p:spPr>
          <a:xfrm>
            <a:off x="489098" y="1106034"/>
            <a:ext cx="5019074" cy="3204134"/>
          </a:xfrm>
        </p:spPr>
        <p:txBody>
          <a:bodyPr vert="horz" lIns="91440" tIns="45720" rIns="91440" bIns="45720" rtlCol="0" anchor="b">
            <a:normAutofit/>
          </a:bodyPr>
          <a:lstStyle/>
          <a:p>
            <a:pPr marR="0" lvl="0">
              <a:spcAft>
                <a:spcPts val="800"/>
              </a:spcAft>
            </a:pPr>
            <a:r>
              <a:rPr lang="en-US" sz="2000" b="1" dirty="0">
                <a:latin typeface="Times New Roman" panose="02020603050405020304" pitchFamily="18" charset="0"/>
                <a:cs typeface="Times New Roman" panose="02020603050405020304" pitchFamily="18" charset="0"/>
              </a:rPr>
              <a:t>b</a:t>
            </a:r>
            <a:r>
              <a:rPr lang="en-US" sz="2000" b="1" dirty="0">
                <a:effectLst/>
                <a:latin typeface="Times New Roman" panose="02020603050405020304" pitchFamily="18" charset="0"/>
                <a:cs typeface="Times New Roman" panose="02020603050405020304" pitchFamily="18" charset="0"/>
              </a:rPr>
              <a:t>).Objective-2: To Compare Gender wise count across age group(Column Chart):</a:t>
            </a:r>
            <a:br>
              <a:rPr lang="en-US" sz="1400" dirty="0">
                <a:effectLst/>
                <a:latin typeface="Times New Roman" panose="02020603050405020304" pitchFamily="18" charset="0"/>
                <a:cs typeface="Times New Roman" panose="02020603050405020304" pitchFamily="18" charset="0"/>
              </a:rPr>
            </a:br>
            <a:br>
              <a:rPr lang="en-US" sz="1400" dirty="0">
                <a:effectLst/>
                <a:latin typeface="Times New Roman" panose="02020603050405020304" pitchFamily="18" charset="0"/>
                <a:cs typeface="Times New Roman" panose="02020603050405020304" pitchFamily="18" charset="0"/>
              </a:rPr>
            </a:br>
            <a:r>
              <a:rPr lang="en-US" sz="1400" dirty="0">
                <a:effectLst/>
                <a:latin typeface="Times New Roman" panose="02020603050405020304" pitchFamily="18" charset="0"/>
                <a:cs typeface="Times New Roman" panose="02020603050405020304" pitchFamily="18" charset="0"/>
              </a:rPr>
              <a:t>The </a:t>
            </a:r>
            <a:r>
              <a:rPr lang="en-US" sz="1400" b="1" dirty="0">
                <a:effectLst/>
                <a:latin typeface="Times New Roman" panose="02020603050405020304" pitchFamily="18" charset="0"/>
                <a:cs typeface="Times New Roman" panose="02020603050405020304" pitchFamily="18" charset="0"/>
              </a:rPr>
              <a:t>“Age Group”</a:t>
            </a:r>
            <a:r>
              <a:rPr lang="en-US" sz="1400" dirty="0">
                <a:effectLst/>
                <a:latin typeface="Times New Roman" panose="02020603050405020304" pitchFamily="18" charset="0"/>
                <a:cs typeface="Times New Roman" panose="02020603050405020304" pitchFamily="18" charset="0"/>
              </a:rPr>
              <a:t> and </a:t>
            </a:r>
            <a:r>
              <a:rPr lang="en-US" sz="1400" b="1" dirty="0">
                <a:effectLst/>
                <a:latin typeface="Times New Roman" panose="02020603050405020304" pitchFamily="18" charset="0"/>
                <a:cs typeface="Times New Roman" panose="02020603050405020304" pitchFamily="18" charset="0"/>
              </a:rPr>
              <a:t>“Gender”</a:t>
            </a:r>
            <a:r>
              <a:rPr lang="en-US" sz="1400" dirty="0">
                <a:effectLst/>
                <a:latin typeface="Times New Roman" panose="02020603050405020304" pitchFamily="18" charset="0"/>
                <a:cs typeface="Times New Roman" panose="02020603050405020304" pitchFamily="18" charset="0"/>
              </a:rPr>
              <a:t> columns in the dataset provide categorical data that help in identifying purchase behavior patterns across different </a:t>
            </a:r>
            <a:r>
              <a:rPr lang="en-US" sz="1400" b="1" dirty="0">
                <a:effectLst/>
                <a:latin typeface="Times New Roman" panose="02020603050405020304" pitchFamily="18" charset="0"/>
                <a:cs typeface="Times New Roman" panose="02020603050405020304" pitchFamily="18" charset="0"/>
              </a:rPr>
              <a:t>demographics</a:t>
            </a:r>
            <a:r>
              <a:rPr lang="en-US" sz="1400" dirty="0">
                <a:effectLst/>
                <a:latin typeface="Times New Roman" panose="02020603050405020304" pitchFamily="18" charset="0"/>
                <a:cs typeface="Times New Roman" panose="02020603050405020304" pitchFamily="18" charset="0"/>
              </a:rPr>
              <a:t>. By comparing the count of male and female customers across age groups, we can uncover which age group contributed the most during Diwali shopping, and whether there is a </a:t>
            </a:r>
            <a:r>
              <a:rPr lang="en-US" sz="1400" b="1" dirty="0">
                <a:effectLst/>
                <a:latin typeface="Times New Roman" panose="02020603050405020304" pitchFamily="18" charset="0"/>
                <a:cs typeface="Times New Roman" panose="02020603050405020304" pitchFamily="18" charset="0"/>
              </a:rPr>
              <a:t>gender-based preference or dominance</a:t>
            </a:r>
            <a:r>
              <a:rPr lang="en-US" sz="1400" dirty="0">
                <a:effectLst/>
                <a:latin typeface="Times New Roman" panose="02020603050405020304" pitchFamily="18" charset="0"/>
                <a:cs typeface="Times New Roman" panose="02020603050405020304" pitchFamily="18" charset="0"/>
              </a:rPr>
              <a:t> in any age bracket.</a:t>
            </a:r>
            <a:br>
              <a:rPr lang="en-US" sz="1400" dirty="0">
                <a:effectLst/>
                <a:latin typeface="Times New Roman" panose="02020603050405020304" pitchFamily="18" charset="0"/>
                <a:cs typeface="Times New Roman" panose="02020603050405020304" pitchFamily="18" charset="0"/>
              </a:rPr>
            </a:br>
            <a:br>
              <a:rPr lang="en-US" sz="1400" dirty="0">
                <a:effectLst/>
              </a:rPr>
            </a:br>
            <a:br>
              <a:rPr lang="en-US" sz="1400" dirty="0">
                <a:effectLst/>
              </a:rPr>
            </a:br>
            <a:endParaRPr lang="en-US" sz="1400" dirty="0"/>
          </a:p>
        </p:txBody>
      </p:sp>
      <p:sp>
        <p:nvSpPr>
          <p:cNvPr id="17" name="Rectangle 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a:extLst>
              <a:ext uri="{FF2B5EF4-FFF2-40B4-BE49-F238E27FC236}">
                <a16:creationId xmlns:a16="http://schemas.microsoft.com/office/drawing/2014/main" id="{57F75AD2-41D7-04B7-F234-36908149C78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8472" t="49924" r="51451" b="35860"/>
          <a:stretch/>
        </p:blipFill>
        <p:spPr bwMode="auto">
          <a:xfrm>
            <a:off x="6994071" y="1273943"/>
            <a:ext cx="4708831" cy="1446679"/>
          </a:xfrm>
          <a:prstGeom prst="rect">
            <a:avLst/>
          </a:prstGeom>
          <a:extLst>
            <a:ext uri="{53640926-AAD7-44D8-BBD7-CCE9431645EC}">
              <a14:shadowObscured xmlns:a14="http://schemas.microsoft.com/office/drawing/2010/main"/>
            </a:ext>
          </a:extLst>
        </p:spPr>
      </p:pic>
      <p:sp>
        <p:nvSpPr>
          <p:cNvPr id="19" name="Rectangle 1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0738ECB8-FD84-02FD-56D3-BD74BC096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5587" y="3174124"/>
            <a:ext cx="5407317" cy="3095688"/>
          </a:xfrm>
          <a:prstGeom prst="rect">
            <a:avLst/>
          </a:prstGeom>
        </p:spPr>
      </p:pic>
      <p:sp>
        <p:nvSpPr>
          <p:cNvPr id="6" name="TextBox 5">
            <a:extLst>
              <a:ext uri="{FF2B5EF4-FFF2-40B4-BE49-F238E27FC236}">
                <a16:creationId xmlns:a16="http://schemas.microsoft.com/office/drawing/2014/main" id="{433E26AD-5E54-04C2-8B27-B34F33A0CC1B}"/>
              </a:ext>
            </a:extLst>
          </p:cNvPr>
          <p:cNvSpPr txBox="1"/>
          <p:nvPr/>
        </p:nvSpPr>
        <p:spPr>
          <a:xfrm>
            <a:off x="6863787" y="412058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98428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439A-22E6-2D3A-5B56-11A6C0A9924A}"/>
              </a:ext>
            </a:extLst>
          </p:cNvPr>
          <p:cNvSpPr>
            <a:spLocks noGrp="1"/>
          </p:cNvSpPr>
          <p:nvPr>
            <p:ph type="title"/>
          </p:nvPr>
        </p:nvSpPr>
        <p:spPr>
          <a:xfrm>
            <a:off x="517870" y="266218"/>
            <a:ext cx="5021182" cy="5325285"/>
          </a:xfrm>
        </p:spPr>
        <p:txBody>
          <a:bodyPr vert="horz" lIns="91440" tIns="45720" rIns="91440" bIns="45720" rtlCol="0" anchor="t">
            <a:normAutofit fontScale="90000"/>
          </a:bodyPr>
          <a:lstStyle/>
          <a:p>
            <a:r>
              <a:rPr lang="en-US" sz="3100" b="1"/>
              <a:t>c</a:t>
            </a:r>
            <a:r>
              <a:rPr lang="en-US" sz="3100" b="1">
                <a:effectLst/>
              </a:rPr>
              <a:t>).Objective-3: To Show top 10 state by total Sales amount(Row Chart).</a:t>
            </a:r>
            <a:br>
              <a:rPr lang="en-US" sz="2800">
                <a:effectLst/>
              </a:rPr>
            </a:br>
            <a:br>
              <a:rPr lang="en-US" sz="2800">
                <a:effectLst/>
              </a:rPr>
            </a:br>
            <a:r>
              <a:rPr kumimoji="0" lang="en-US" altLang="en-US" sz="280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20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“State” column in the dataset helps in identifying which Indian states contributed most to the total sales during the Diwali season. By aggregating the total sales (Amount) across different states, we can determine regional patterns of consumer behavior, helping retailers and marketers understand which geographical areas are most profitable. This analysis can be used to optimize supply chain planning, allocate promotional budgets wisely, and focus on states with higher consumer demand during festivals.</a:t>
            </a:r>
            <a:br>
              <a:rPr kumimoji="0" lang="en-US" altLang="en-US" sz="4000" i="0" u="none" strike="noStrike" cap="none" normalizeH="0" baseline="0">
                <a:ln>
                  <a:noFill/>
                </a:ln>
                <a:solidFill>
                  <a:schemeClr val="tx1"/>
                </a:solidFill>
                <a:effectLst/>
                <a:latin typeface="Arial" panose="020B0604020202020204" pitchFamily="34" charset="0"/>
              </a:rPr>
            </a:br>
            <a:br>
              <a:rPr lang="en-US" sz="2800">
                <a:effectLst/>
              </a:rPr>
            </a:br>
            <a:br>
              <a:rPr lang="en-US" sz="3800">
                <a:effectLst/>
              </a:rPr>
            </a:br>
            <a:r>
              <a:rPr lang="en-US" sz="3800">
                <a:effectLst/>
              </a:rPr>
              <a:t> </a:t>
            </a:r>
            <a:br>
              <a:rPr lang="en-US" sz="3800">
                <a:effectLst/>
              </a:rPr>
            </a:br>
            <a:br>
              <a:rPr lang="en-US" sz="3800">
                <a:effectLst/>
              </a:rPr>
            </a:br>
            <a:endParaRPr lang="en-US" sz="3800" dirty="0"/>
          </a:p>
        </p:txBody>
      </p:sp>
      <p:pic>
        <p:nvPicPr>
          <p:cNvPr id="4" name="Content Placeholder 3">
            <a:extLst>
              <a:ext uri="{FF2B5EF4-FFF2-40B4-BE49-F238E27FC236}">
                <a16:creationId xmlns:a16="http://schemas.microsoft.com/office/drawing/2014/main" id="{70AC38C2-4AC7-5F00-1C34-25824AF699A8}"/>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348" t="29832" r="37391" b="44046"/>
          <a:stretch/>
        </p:blipFill>
        <p:spPr bwMode="auto">
          <a:xfrm>
            <a:off x="6288258" y="903849"/>
            <a:ext cx="5683348" cy="2479432"/>
          </a:xfrm>
          <a:prstGeom prst="rect">
            <a:avLst/>
          </a:prstGeom>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DB5007D5-E705-9686-9A1F-5C215B3ED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8258" y="3474720"/>
            <a:ext cx="5578130" cy="3321384"/>
          </a:xfrm>
          <a:prstGeom prst="rect">
            <a:avLst/>
          </a:prstGeom>
        </p:spPr>
      </p:pic>
    </p:spTree>
    <p:extLst>
      <p:ext uri="{BB962C8B-B14F-4D97-AF65-F5344CB8AC3E}">
        <p14:creationId xmlns:p14="http://schemas.microsoft.com/office/powerpoint/2010/main" val="7611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3E84BE2F-C43D-43D9-A96D-1526003268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29" name="Color">
              <a:extLst>
                <a:ext uri="{FF2B5EF4-FFF2-40B4-BE49-F238E27FC236}">
                  <a16:creationId xmlns:a16="http://schemas.microsoft.com/office/drawing/2014/main" id="{E7400609-3385-4926-AD61-85A199F07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Color">
              <a:extLst>
                <a:ext uri="{FF2B5EF4-FFF2-40B4-BE49-F238E27FC236}">
                  <a16:creationId xmlns:a16="http://schemas.microsoft.com/office/drawing/2014/main" id="{9E9E1A20-C3CA-40B4-8D3A-3EAC12D69A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Content Placeholder 3">
            <a:extLst>
              <a:ext uri="{FF2B5EF4-FFF2-40B4-BE49-F238E27FC236}">
                <a16:creationId xmlns:a16="http://schemas.microsoft.com/office/drawing/2014/main" id="{711D4028-7A70-CAEB-410B-44A5AFC53691}"/>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4152" t="31688" r="48629" b="46107"/>
          <a:stretch/>
        </p:blipFill>
        <p:spPr bwMode="auto">
          <a:xfrm>
            <a:off x="6096000" y="980141"/>
            <a:ext cx="6040168" cy="1763060"/>
          </a:xfrm>
          <a:prstGeom prst="rect">
            <a:avLst/>
          </a:prstGeom>
          <a:extLst>
            <a:ext uri="{53640926-AAD7-44D8-BBD7-CCE9431645EC}">
              <a14:shadowObscured xmlns:a14="http://schemas.microsoft.com/office/drawing/2010/main"/>
            </a:ext>
          </a:extLst>
        </p:spPr>
      </p:pic>
      <p:pic>
        <p:nvPicPr>
          <p:cNvPr id="5" name="Picture 4" descr="A screenshot of a graph&#10;&#10;AI-generated content may be incorrect.">
            <a:extLst>
              <a:ext uri="{FF2B5EF4-FFF2-40B4-BE49-F238E27FC236}">
                <a16:creationId xmlns:a16="http://schemas.microsoft.com/office/drawing/2014/main" id="{ED523780-CE34-95C7-F7DE-01BD8287E00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906" r="7678"/>
          <a:stretch/>
        </p:blipFill>
        <p:spPr bwMode="auto">
          <a:xfrm>
            <a:off x="6065993" y="2848303"/>
            <a:ext cx="6070175" cy="4009697"/>
          </a:xfrm>
          <a:prstGeom prst="rect">
            <a:avLst/>
          </a:prstGeom>
          <a:extLst>
            <a:ext uri="{53640926-AAD7-44D8-BBD7-CCE9431645EC}">
              <a14:shadowObscured xmlns:a14="http://schemas.microsoft.com/office/drawing/2010/main"/>
            </a:ext>
          </a:extLst>
        </p:spPr>
      </p:pic>
      <p:grpSp>
        <p:nvGrpSpPr>
          <p:cNvPr id="31" name="Group 30">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2"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A1D8996-EA01-AF50-57DE-BC021CABFBAC}"/>
              </a:ext>
            </a:extLst>
          </p:cNvPr>
          <p:cNvSpPr>
            <a:spLocks noGrp="1"/>
          </p:cNvSpPr>
          <p:nvPr>
            <p:ph type="title"/>
          </p:nvPr>
        </p:nvSpPr>
        <p:spPr>
          <a:xfrm>
            <a:off x="1012644" y="598260"/>
            <a:ext cx="4879001" cy="3026128"/>
          </a:xfrm>
        </p:spPr>
        <p:txBody>
          <a:bodyPr vert="horz" lIns="91440" tIns="45720" rIns="91440" bIns="45720" rtlCol="0" anchor="b">
            <a:normAutofit/>
          </a:bodyPr>
          <a:lstStyle/>
          <a:p>
            <a:pPr marR="0" lvl="0">
              <a:spcAft>
                <a:spcPts val="800"/>
              </a:spcAft>
            </a:pPr>
            <a:r>
              <a:rPr lang="en-US" sz="2000" b="1" dirty="0">
                <a:solidFill>
                  <a:schemeClr val="bg1"/>
                </a:solidFill>
                <a:latin typeface="Times New Roman" panose="02020603050405020304" pitchFamily="18" charset="0"/>
                <a:cs typeface="Times New Roman" panose="02020603050405020304" pitchFamily="18" charset="0"/>
              </a:rPr>
              <a:t>d).</a:t>
            </a:r>
            <a:r>
              <a:rPr lang="en-US" sz="2000" b="1" dirty="0">
                <a:solidFill>
                  <a:schemeClr val="bg1"/>
                </a:solidFill>
                <a:effectLst/>
                <a:latin typeface="Times New Roman" panose="02020603050405020304" pitchFamily="18" charset="0"/>
                <a:cs typeface="Times New Roman" panose="02020603050405020304" pitchFamily="18" charset="0"/>
              </a:rPr>
              <a:t>Objective-4: To Change for marital Status analysis:</a:t>
            </a:r>
            <a:br>
              <a:rPr lang="en-US" sz="1900" b="1" dirty="0">
                <a:solidFill>
                  <a:schemeClr val="bg1"/>
                </a:solidFill>
              </a:rPr>
            </a:br>
            <a:br>
              <a:rPr lang="en-US" sz="1900" dirty="0">
                <a:solidFill>
                  <a:schemeClr val="bg1"/>
                </a:solidFill>
                <a:effectLst/>
              </a:rPr>
            </a:br>
            <a:r>
              <a:rPr lang="en-US" sz="1800" dirty="0">
                <a:solidFill>
                  <a:schemeClr val="bg1"/>
                </a:solidFill>
                <a:effectLst/>
              </a:rPr>
              <a:t>In the context of consumer analytics, </a:t>
            </a:r>
            <a:r>
              <a:rPr lang="en-US" sz="1800" b="1" dirty="0">
                <a:solidFill>
                  <a:schemeClr val="bg1"/>
                </a:solidFill>
                <a:effectLst/>
              </a:rPr>
              <a:t>marital status</a:t>
            </a:r>
            <a:r>
              <a:rPr lang="en-US" sz="1800" dirty="0">
                <a:solidFill>
                  <a:schemeClr val="bg1"/>
                </a:solidFill>
                <a:effectLst/>
              </a:rPr>
              <a:t> can often influence shopping behavior, especially during culturally significant periods like Diwali. The dataset contains a column labeled </a:t>
            </a:r>
            <a:r>
              <a:rPr lang="en-US" sz="1800" b="1" dirty="0">
                <a:solidFill>
                  <a:schemeClr val="bg1"/>
                </a:solidFill>
                <a:effectLst/>
              </a:rPr>
              <a:t>“Shaadi” </a:t>
            </a:r>
            <a:r>
              <a:rPr lang="en-US" sz="1800" dirty="0">
                <a:solidFill>
                  <a:schemeClr val="bg1"/>
                </a:solidFill>
                <a:effectLst/>
              </a:rPr>
              <a:t>(representing Marital Status), where customers are categorized as either </a:t>
            </a:r>
            <a:r>
              <a:rPr lang="en-US" sz="1800" b="1" dirty="0">
                <a:solidFill>
                  <a:schemeClr val="bg1"/>
                </a:solidFill>
                <a:effectLst/>
              </a:rPr>
              <a:t>Married </a:t>
            </a:r>
            <a:r>
              <a:rPr lang="en-US" sz="1800" dirty="0">
                <a:solidFill>
                  <a:schemeClr val="bg1"/>
                </a:solidFill>
                <a:effectLst/>
              </a:rPr>
              <a:t>or</a:t>
            </a:r>
            <a:r>
              <a:rPr lang="en-US" sz="1800" b="1" dirty="0">
                <a:solidFill>
                  <a:schemeClr val="bg1"/>
                </a:solidFill>
                <a:effectLst/>
              </a:rPr>
              <a:t> Unmarried.</a:t>
            </a:r>
            <a:r>
              <a:rPr lang="en-US" sz="1800" dirty="0">
                <a:solidFill>
                  <a:schemeClr val="bg1"/>
                </a:solidFill>
                <a:effectLst/>
              </a:rPr>
              <a:t> </a:t>
            </a:r>
            <a:br>
              <a:rPr lang="en-US" sz="1900" dirty="0">
                <a:solidFill>
                  <a:schemeClr val="bg1"/>
                </a:solidFill>
                <a:effectLst/>
              </a:rPr>
            </a:br>
            <a:endParaRPr lang="en-US" sz="1900" dirty="0">
              <a:solidFill>
                <a:schemeClr val="bg1"/>
              </a:solidFill>
            </a:endParaRPr>
          </a:p>
        </p:txBody>
      </p:sp>
    </p:spTree>
    <p:extLst>
      <p:ext uri="{BB962C8B-B14F-4D97-AF65-F5344CB8AC3E}">
        <p14:creationId xmlns:p14="http://schemas.microsoft.com/office/powerpoint/2010/main" val="3603353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930ED-C2AF-FC8F-767E-6F2AEAF07704}"/>
              </a:ext>
            </a:extLst>
          </p:cNvPr>
          <p:cNvSpPr>
            <a:spLocks noGrp="1"/>
          </p:cNvSpPr>
          <p:nvPr>
            <p:ph type="title"/>
          </p:nvPr>
        </p:nvSpPr>
        <p:spPr>
          <a:xfrm>
            <a:off x="0" y="-1"/>
            <a:ext cx="6741359" cy="5069711"/>
          </a:xfrm>
        </p:spPr>
        <p:txBody>
          <a:bodyPr vert="horz" lIns="91440" tIns="45720" rIns="91440" bIns="45720" rtlCol="0" anchor="t">
            <a:normAutofit/>
          </a:bodyPr>
          <a:lstStyle/>
          <a:p>
            <a:pPr marR="0" lvl="0">
              <a:lnSpc>
                <a:spcPct val="107000"/>
              </a:lnSpc>
              <a:spcAft>
                <a:spcPts val="800"/>
              </a:spcAft>
            </a:pPr>
            <a:r>
              <a:rPr lang="en-US" sz="3100" b="1" dirty="0">
                <a:effectLst/>
              </a:rPr>
              <a:t>e).Objective-5:To Visualize distribution of customer by occupation:</a:t>
            </a:r>
            <a:br>
              <a:rPr lang="en-US" sz="2200" dirty="0">
                <a:effectLst/>
              </a:rPr>
            </a:br>
            <a:br>
              <a:rPr lang="en-US" sz="2000" dirty="0">
                <a:effectLst/>
                <a:latin typeface="Times New Roman" panose="02020603050405020304" pitchFamily="18" charset="0"/>
                <a:ea typeface="Times New Roman" panose="02020603050405020304" pitchFamily="18" charset="0"/>
              </a:rPr>
            </a:br>
            <a:r>
              <a:rPr lang="en-US" sz="2000" dirty="0">
                <a:effectLst/>
                <a:latin typeface="Times New Roman" panose="02020603050405020304" pitchFamily="18" charset="0"/>
                <a:ea typeface="Times New Roman" panose="02020603050405020304" pitchFamily="18" charset="0"/>
              </a:rPr>
              <a:t>The “Occupation” column in the dataset represents the professional background of the customers, such as IT Sector, Healthcare, Government, and other industry types. Understanding the distribution of customers by occupation helps in identifying which professional groups are more active participants in festive season purchases. This analysis provides useful insight into consumer behavior across different economic segments and helps in tailoring marketing strategies to suit the buying patterns of specific occupational groups.</a:t>
            </a:r>
            <a:br>
              <a:rPr lang="en-US" sz="2000" dirty="0">
                <a:effectLst/>
                <a:latin typeface="Times New Roman" panose="02020603050405020304" pitchFamily="18" charset="0"/>
                <a:ea typeface="Times New Roman" panose="02020603050405020304" pitchFamily="18" charset="0"/>
              </a:rPr>
            </a:br>
            <a:endParaRPr lang="en-US" sz="2000" dirty="0"/>
          </a:p>
        </p:txBody>
      </p:sp>
      <p:pic>
        <p:nvPicPr>
          <p:cNvPr id="4" name="Content Placeholder 3">
            <a:extLst>
              <a:ext uri="{FF2B5EF4-FFF2-40B4-BE49-F238E27FC236}">
                <a16:creationId xmlns:a16="http://schemas.microsoft.com/office/drawing/2014/main" id="{E46A3446-AC24-74B0-6A6C-E92CFC37D634}"/>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4152" t="31688" r="48629" b="46107"/>
          <a:stretch/>
        </p:blipFill>
        <p:spPr bwMode="auto">
          <a:xfrm>
            <a:off x="6741359" y="0"/>
            <a:ext cx="5450641" cy="1634036"/>
          </a:xfrm>
          <a:prstGeom prst="rect">
            <a:avLst/>
          </a:prstGeom>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8CE1E422-7905-1EA5-751B-7D1CB537F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0258" y="1787473"/>
            <a:ext cx="5027755" cy="5027755"/>
          </a:xfrm>
          <a:prstGeom prst="rect">
            <a:avLst/>
          </a:prstGeom>
        </p:spPr>
      </p:pic>
    </p:spTree>
    <p:extLst>
      <p:ext uri="{BB962C8B-B14F-4D97-AF65-F5344CB8AC3E}">
        <p14:creationId xmlns:p14="http://schemas.microsoft.com/office/powerpoint/2010/main" val="2064268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5" name="Rectangle 24">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0C5328DE-E35E-71F9-517A-E6C9D55585BC}"/>
              </a:ext>
            </a:extLst>
          </p:cNvPr>
          <p:cNvSpPr>
            <a:spLocks noGrp="1"/>
          </p:cNvSpPr>
          <p:nvPr>
            <p:ph type="title"/>
          </p:nvPr>
        </p:nvSpPr>
        <p:spPr>
          <a:xfrm>
            <a:off x="6597016" y="905011"/>
            <a:ext cx="4589328" cy="1889135"/>
          </a:xfrm>
        </p:spPr>
        <p:txBody>
          <a:bodyPr vert="horz" lIns="91440" tIns="45720" rIns="91440" bIns="45720" rtlCol="0" anchor="b">
            <a:normAutofit/>
          </a:bodyPr>
          <a:lstStyle/>
          <a:p>
            <a:pPr marL="685800">
              <a:spcAft>
                <a:spcPts val="800"/>
              </a:spcAft>
            </a:pPr>
            <a:r>
              <a:rPr lang="en-US" sz="3000" b="1" kern="1200">
                <a:solidFill>
                  <a:schemeClr val="tx1"/>
                </a:solidFill>
                <a:latin typeface="+mj-lt"/>
                <a:ea typeface="+mj-ea"/>
                <a:cs typeface="+mj-cs"/>
              </a:rPr>
              <a:t>4.6</a:t>
            </a:r>
            <a:r>
              <a:rPr lang="en-US" sz="3000" b="1" kern="1200">
                <a:solidFill>
                  <a:schemeClr val="tx1"/>
                </a:solidFill>
                <a:effectLst/>
                <a:latin typeface="+mj-lt"/>
                <a:ea typeface="+mj-ea"/>
                <a:cs typeface="+mj-cs"/>
              </a:rPr>
              <a:t>: Top 10 M4.6: Top 10 Most Sold Products.</a:t>
            </a:r>
            <a:br>
              <a:rPr lang="en-US" sz="3000" b="1" kern="1200">
                <a:solidFill>
                  <a:schemeClr val="tx1"/>
                </a:solidFill>
                <a:effectLst/>
                <a:latin typeface="+mj-lt"/>
                <a:ea typeface="+mj-ea"/>
                <a:cs typeface="+mj-cs"/>
              </a:rPr>
            </a:br>
            <a:r>
              <a:rPr lang="en-US" sz="3000" b="1" kern="1200">
                <a:solidFill>
                  <a:schemeClr val="tx1"/>
                </a:solidFill>
                <a:effectLst/>
                <a:latin typeface="+mj-lt"/>
                <a:ea typeface="+mj-ea"/>
                <a:cs typeface="+mj-cs"/>
              </a:rPr>
              <a:t> (Line Chart)</a:t>
            </a:r>
            <a:endParaRPr lang="en-US" sz="3000" kern="1200">
              <a:solidFill>
                <a:schemeClr val="tx1"/>
              </a:solidFill>
              <a:latin typeface="+mj-lt"/>
              <a:ea typeface="+mj-ea"/>
              <a:cs typeface="+mj-cs"/>
            </a:endParaRPr>
          </a:p>
        </p:txBody>
      </p:sp>
      <p:pic>
        <p:nvPicPr>
          <p:cNvPr id="4" name="Content Placeholder 3">
            <a:extLst>
              <a:ext uri="{FF2B5EF4-FFF2-40B4-BE49-F238E27FC236}">
                <a16:creationId xmlns:a16="http://schemas.microsoft.com/office/drawing/2014/main" id="{C35A24D2-4ADE-D173-2C7C-2E0AE4F992BF}"/>
              </a:ext>
            </a:extLst>
          </p:cNvPr>
          <p:cNvPicPr>
            <a:picLocks noChangeAspect="1"/>
          </p:cNvPicPr>
          <p:nvPr/>
        </p:nvPicPr>
        <p:blipFill>
          <a:blip r:embed="rId3"/>
          <a:stretch/>
        </p:blipFill>
        <p:spPr>
          <a:xfrm>
            <a:off x="538542" y="830316"/>
            <a:ext cx="6139765" cy="5202621"/>
          </a:xfrm>
          <a:prstGeom prst="rect">
            <a:avLst/>
          </a:prstGeom>
        </p:spPr>
      </p:pic>
      <p:sp>
        <p:nvSpPr>
          <p:cNvPr id="5" name="TextBox 4">
            <a:extLst>
              <a:ext uri="{FF2B5EF4-FFF2-40B4-BE49-F238E27FC236}">
                <a16:creationId xmlns:a16="http://schemas.microsoft.com/office/drawing/2014/main" id="{21BF87F3-87D0-170C-08EC-9BB3B2C74BCA}"/>
              </a:ext>
            </a:extLst>
          </p:cNvPr>
          <p:cNvSpPr txBox="1"/>
          <p:nvPr/>
        </p:nvSpPr>
        <p:spPr>
          <a:xfrm>
            <a:off x="6597016" y="2965592"/>
            <a:ext cx="4589328" cy="2987397"/>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t>Identify the specific products that are driving the highest sales volume. Show the relative performance of the top 10 products in terms of order quantity. Potentially reveal trends in product popularity</a:t>
            </a:r>
          </a:p>
        </p:txBody>
      </p:sp>
    </p:spTree>
    <p:extLst>
      <p:ext uri="{BB962C8B-B14F-4D97-AF65-F5344CB8AC3E}">
        <p14:creationId xmlns:p14="http://schemas.microsoft.com/office/powerpoint/2010/main" val="353237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601C064A-E6E4-44D2-B345-2BB7514A700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4" name="Color">
              <a:extLst>
                <a:ext uri="{FF2B5EF4-FFF2-40B4-BE49-F238E27FC236}">
                  <a16:creationId xmlns:a16="http://schemas.microsoft.com/office/drawing/2014/main" id="{DB12EA1C-AD22-49E2-9660-D9CDC6B61C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a:extLst>
                <a:ext uri="{FF2B5EF4-FFF2-40B4-BE49-F238E27FC236}">
                  <a16:creationId xmlns:a16="http://schemas.microsoft.com/office/drawing/2014/main" id="{67CE115B-4A96-4B14-8520-5C5FC624E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Color">
            <a:extLst>
              <a:ext uri="{FF2B5EF4-FFF2-40B4-BE49-F238E27FC236}">
                <a16:creationId xmlns:a16="http://schemas.microsoft.com/office/drawing/2014/main" id="{D1945E2A-ABF1-415C-B37A-BD0A5C199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rgbClr val="76A1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Content Placeholder 3" descr="A blue and red squares with white text&#10;&#10;AI-generated content may be incorrect.">
            <a:extLst>
              <a:ext uri="{FF2B5EF4-FFF2-40B4-BE49-F238E27FC236}">
                <a16:creationId xmlns:a16="http://schemas.microsoft.com/office/drawing/2014/main" id="{FFB3D829-47E3-643C-63AD-8639F3F1B84E}"/>
              </a:ext>
            </a:extLst>
          </p:cNvPr>
          <p:cNvPicPr>
            <a:picLocks noChangeAspect="1"/>
          </p:cNvPicPr>
          <p:nvPr/>
        </p:nvPicPr>
        <p:blipFill rotWithShape="1">
          <a:blip r:embed="rId2">
            <a:extLst>
              <a:ext uri="{28A0092B-C50C-407E-A947-70E740481C1C}">
                <a14:useLocalDpi xmlns:a14="http://schemas.microsoft.com/office/drawing/2010/main" val="0"/>
              </a:ext>
            </a:extLst>
          </a:blip>
          <a:srcRect l="28598" r="10916"/>
          <a:stretch/>
        </p:blipFill>
        <p:spPr bwMode="auto">
          <a:xfrm>
            <a:off x="4841825" y="646736"/>
            <a:ext cx="6701945" cy="5540004"/>
          </a:xfrm>
          <a:prstGeom prst="rect">
            <a:avLst/>
          </a:prstGeom>
          <a:extLst>
            <a:ext uri="{53640926-AAD7-44D8-BBD7-CCE9431645EC}">
              <a14:shadowObscured xmlns:a14="http://schemas.microsoft.com/office/drawing/2010/main"/>
            </a:ext>
          </a:extLst>
        </p:spPr>
      </p:pic>
      <p:grpSp>
        <p:nvGrpSpPr>
          <p:cNvPr id="16" name="Group 15">
            <a:extLst>
              <a:ext uri="{FF2B5EF4-FFF2-40B4-BE49-F238E27FC236}">
                <a16:creationId xmlns:a16="http://schemas.microsoft.com/office/drawing/2014/main" id="{BCCEE623-F22A-4681-990C-036558C135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18" name="Freeform: Shape 19">
              <a:extLst>
                <a:ext uri="{FF2B5EF4-FFF2-40B4-BE49-F238E27FC236}">
                  <a16:creationId xmlns:a16="http://schemas.microsoft.com/office/drawing/2014/main" id="{39928A56-DDFB-4B12-BB34-20833166BD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B3765F0-85F4-4EB3-93DA-59F421CD4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1">
              <a:extLst>
                <a:ext uri="{FF2B5EF4-FFF2-40B4-BE49-F238E27FC236}">
                  <a16:creationId xmlns:a16="http://schemas.microsoft.com/office/drawing/2014/main" id="{38E03A00-A562-4753-8BA0-93F8B05DE9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22">
              <a:extLst>
                <a:ext uri="{FF2B5EF4-FFF2-40B4-BE49-F238E27FC236}">
                  <a16:creationId xmlns:a16="http://schemas.microsoft.com/office/drawing/2014/main" id="{55F5D032-1BA8-410D-B68E-0DD597582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3">
              <a:extLst>
                <a:ext uri="{FF2B5EF4-FFF2-40B4-BE49-F238E27FC236}">
                  <a16:creationId xmlns:a16="http://schemas.microsoft.com/office/drawing/2014/main" id="{8BA3FCDE-79E0-49F5-A381-232AB935D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4">
              <a:extLst>
                <a:ext uri="{FF2B5EF4-FFF2-40B4-BE49-F238E27FC236}">
                  <a16:creationId xmlns:a16="http://schemas.microsoft.com/office/drawing/2014/main" id="{0E27297F-31E8-46C6-8569-1FD12C6533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A374C063-2A46-4D9F-A085-0FB2F194CC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4A0C5DB-BCD7-E46A-51AE-46F13D47126C}"/>
              </a:ext>
            </a:extLst>
          </p:cNvPr>
          <p:cNvSpPr>
            <a:spLocks noGrp="1"/>
          </p:cNvSpPr>
          <p:nvPr>
            <p:ph type="title"/>
          </p:nvPr>
        </p:nvSpPr>
        <p:spPr>
          <a:xfrm>
            <a:off x="786385" y="578999"/>
            <a:ext cx="3761709" cy="1649194"/>
          </a:xfrm>
        </p:spPr>
        <p:txBody>
          <a:bodyPr vert="horz" lIns="91440" tIns="45720" rIns="91440" bIns="45720" rtlCol="0" anchor="b">
            <a:normAutofit/>
          </a:bodyPr>
          <a:lstStyle/>
          <a:p>
            <a:r>
              <a:rPr lang="en-US" sz="2800" b="1" dirty="0">
                <a:solidFill>
                  <a:schemeClr val="tx2"/>
                </a:solidFill>
                <a:effectLst/>
              </a:rPr>
              <a:t>4.7: Correlation Matrix of numeric features.(Heat Map)</a:t>
            </a:r>
            <a:br>
              <a:rPr lang="en-US" sz="2800" b="1" dirty="0">
                <a:solidFill>
                  <a:schemeClr val="tx2"/>
                </a:solidFill>
                <a:effectLst/>
              </a:rPr>
            </a:br>
            <a:endParaRPr lang="en-US" sz="2800" dirty="0">
              <a:solidFill>
                <a:schemeClr val="tx2"/>
              </a:solidFill>
            </a:endParaRPr>
          </a:p>
        </p:txBody>
      </p:sp>
      <p:sp>
        <p:nvSpPr>
          <p:cNvPr id="5" name="TextBox 4">
            <a:extLst>
              <a:ext uri="{FF2B5EF4-FFF2-40B4-BE49-F238E27FC236}">
                <a16:creationId xmlns:a16="http://schemas.microsoft.com/office/drawing/2014/main" id="{9757637D-4E82-00F1-BBCE-E21E6038CB23}"/>
              </a:ext>
            </a:extLst>
          </p:cNvPr>
          <p:cNvSpPr txBox="1"/>
          <p:nvPr/>
        </p:nvSpPr>
        <p:spPr>
          <a:xfrm>
            <a:off x="783337" y="2014871"/>
            <a:ext cx="3499945" cy="4093428"/>
          </a:xfrm>
          <a:prstGeom prst="rect">
            <a:avLst/>
          </a:prstGeom>
          <a:noFill/>
        </p:spPr>
        <p:txBody>
          <a:bodyPr wrap="square">
            <a:spAutoFit/>
          </a:bodyPr>
          <a:lstStyle/>
          <a:p>
            <a:pPr rtl="0">
              <a:buNone/>
            </a:pPr>
            <a:r>
              <a:rPr lang="en-US" sz="2000" dirty="0">
                <a:effectLst/>
                <a:latin typeface="Times New Roman" panose="02020603050405020304" pitchFamily="18" charset="0"/>
                <a:cs typeface="Times New Roman" panose="02020603050405020304" pitchFamily="18" charset="0"/>
              </a:rPr>
              <a:t>In this context, the specific objective is to understand the linear relationships between numerical features like User ID, Age, Shaadi (Marital Status), Orders, and Amount in the Diwali sales data. This helps in identifying if and how these features are related to each other, which can provide insights into customer behavior and sales patterns.   </a:t>
            </a:r>
          </a:p>
          <a:p>
            <a:r>
              <a:rPr lang="en-US" sz="2000" dirty="0">
                <a:latin typeface="Times New Roman" panose="02020603050405020304" pitchFamily="18" charset="0"/>
                <a:cs typeface="Times New Roman" panose="02020603050405020304" pitchFamily="18" charset="0"/>
              </a:rPr>
              <a:t>Sources and related content</a:t>
            </a:r>
          </a:p>
        </p:txBody>
      </p:sp>
    </p:spTree>
    <p:extLst>
      <p:ext uri="{BB962C8B-B14F-4D97-AF65-F5344CB8AC3E}">
        <p14:creationId xmlns:p14="http://schemas.microsoft.com/office/powerpoint/2010/main" val="334828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24"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Content Placeholder 3">
            <a:extLst>
              <a:ext uri="{FF2B5EF4-FFF2-40B4-BE49-F238E27FC236}">
                <a16:creationId xmlns:a16="http://schemas.microsoft.com/office/drawing/2014/main" id="{6D6302B6-2E4F-6E2A-DC35-31BB4B95F0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1891" y="841249"/>
            <a:ext cx="5832463" cy="5732928"/>
          </a:xfrm>
          <a:prstGeom prst="rect">
            <a:avLst/>
          </a:prstGeom>
        </p:spPr>
      </p:pic>
      <p:grpSp>
        <p:nvGrpSpPr>
          <p:cNvPr id="25" name="Group 24">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6" name="Freeform: Shape 25">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9BBA8D7-70D0-89E9-6BFC-72384331273B}"/>
              </a:ext>
            </a:extLst>
          </p:cNvPr>
          <p:cNvSpPr>
            <a:spLocks noGrp="1"/>
          </p:cNvSpPr>
          <p:nvPr>
            <p:ph type="title"/>
          </p:nvPr>
        </p:nvSpPr>
        <p:spPr>
          <a:xfrm>
            <a:off x="786384" y="841249"/>
            <a:ext cx="5692953" cy="2587131"/>
          </a:xfrm>
        </p:spPr>
        <p:txBody>
          <a:bodyPr vert="horz" lIns="91440" tIns="45720" rIns="91440" bIns="45720" rtlCol="0" anchor="b">
            <a:normAutofit/>
          </a:bodyPr>
          <a:lstStyle/>
          <a:p>
            <a:r>
              <a:rPr lang="en-US" sz="4800" b="1" kern="1200" dirty="0">
                <a:solidFill>
                  <a:schemeClr val="bg1"/>
                </a:solidFill>
                <a:effectLst/>
                <a:latin typeface="+mj-lt"/>
                <a:ea typeface="+mj-ea"/>
                <a:cs typeface="+mj-cs"/>
              </a:rPr>
              <a:t>4.8: Top 10 Products by Orders.(Donut Chart)</a:t>
            </a:r>
            <a:endParaRPr lang="en-US" sz="4800" kern="1200" dirty="0">
              <a:solidFill>
                <a:schemeClr val="bg1"/>
              </a:solidFill>
              <a:latin typeface="+mj-lt"/>
              <a:ea typeface="+mj-ea"/>
              <a:cs typeface="+mj-cs"/>
            </a:endParaRPr>
          </a:p>
        </p:txBody>
      </p:sp>
      <p:sp>
        <p:nvSpPr>
          <p:cNvPr id="11" name="TextBox 10">
            <a:extLst>
              <a:ext uri="{FF2B5EF4-FFF2-40B4-BE49-F238E27FC236}">
                <a16:creationId xmlns:a16="http://schemas.microsoft.com/office/drawing/2014/main" id="{0FFF8026-BDE9-1A12-7A64-70D1F6F72976}"/>
              </a:ext>
            </a:extLst>
          </p:cNvPr>
          <p:cNvSpPr txBox="1"/>
          <p:nvPr/>
        </p:nvSpPr>
        <p:spPr>
          <a:xfrm>
            <a:off x="786383" y="3566810"/>
            <a:ext cx="5692953" cy="265111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dirty="0">
                <a:solidFill>
                  <a:schemeClr val="tx2"/>
                </a:solidFill>
              </a:rPr>
              <a:t>this chart is to visualize the distribution of orders across the top 10 most ordered products. It highlights the relative proportion of orders for each of these products, allowing for a quick comparison of their popularity based on order volume. The chart helps to identify which products are the most significant contributors to the total order count.</a:t>
            </a:r>
          </a:p>
        </p:txBody>
      </p:sp>
    </p:spTree>
    <p:extLst>
      <p:ext uri="{BB962C8B-B14F-4D97-AF65-F5344CB8AC3E}">
        <p14:creationId xmlns:p14="http://schemas.microsoft.com/office/powerpoint/2010/main" val="3934378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42880B-4D6F-F219-279E-5A33477B24B0}"/>
              </a:ext>
            </a:extLst>
          </p:cNvPr>
          <p:cNvSpPr>
            <a:spLocks noGrp="1"/>
          </p:cNvSpPr>
          <p:nvPr>
            <p:ph type="title"/>
          </p:nvPr>
        </p:nvSpPr>
        <p:spPr>
          <a:xfrm>
            <a:off x="477981" y="0"/>
            <a:ext cx="4023360" cy="1608083"/>
          </a:xfrm>
        </p:spPr>
        <p:txBody>
          <a:bodyPr vert="horz" lIns="91440" tIns="45720" rIns="91440" bIns="45720" rtlCol="0" anchor="b">
            <a:normAutofit/>
          </a:bodyPr>
          <a:lstStyle/>
          <a:p>
            <a:r>
              <a:rPr lang="en-US" sz="3100" b="1" kern="1200" dirty="0">
                <a:solidFill>
                  <a:schemeClr val="tx1"/>
                </a:solidFill>
                <a:effectLst/>
                <a:latin typeface="+mj-lt"/>
                <a:ea typeface="+mj-ea"/>
                <a:cs typeface="+mj-cs"/>
              </a:rPr>
              <a:t>4.9: Top 10 states by number of orders.(Polar Chart)</a:t>
            </a:r>
            <a:endParaRPr lang="en-US" kern="1200" dirty="0">
              <a:solidFill>
                <a:schemeClr val="tx1"/>
              </a:solidFill>
              <a:latin typeface="+mj-lt"/>
              <a:ea typeface="+mj-ea"/>
              <a:cs typeface="+mj-cs"/>
            </a:endParaRPr>
          </a:p>
        </p:txBody>
      </p:sp>
      <p:sp>
        <p:nvSpPr>
          <p:cNvPr id="7" name="Rectangle 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a:extLst>
              <a:ext uri="{FF2B5EF4-FFF2-40B4-BE49-F238E27FC236}">
                <a16:creationId xmlns:a16="http://schemas.microsoft.com/office/drawing/2014/main" id="{D003CB02-DD7B-7F91-81BA-4C113CA305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78177" y="636193"/>
            <a:ext cx="6819224" cy="5455380"/>
          </a:xfrm>
          <a:prstGeom prst="rect">
            <a:avLst/>
          </a:prstGeom>
        </p:spPr>
      </p:pic>
      <p:sp>
        <p:nvSpPr>
          <p:cNvPr id="5" name="TextBox 4">
            <a:extLst>
              <a:ext uri="{FF2B5EF4-FFF2-40B4-BE49-F238E27FC236}">
                <a16:creationId xmlns:a16="http://schemas.microsoft.com/office/drawing/2014/main" id="{EE60C73F-3DBF-6E64-98A3-1F07DD89C7B1}"/>
              </a:ext>
            </a:extLst>
          </p:cNvPr>
          <p:cNvSpPr txBox="1"/>
          <p:nvPr/>
        </p:nvSpPr>
        <p:spPr>
          <a:xfrm>
            <a:off x="325820" y="1515464"/>
            <a:ext cx="4023361"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this polar chart is to visually compare the </a:t>
            </a:r>
            <a:r>
              <a:rPr lang="en-US" sz="2000" b="1" dirty="0">
                <a:latin typeface="Times New Roman" panose="02020603050405020304" pitchFamily="18" charset="0"/>
                <a:cs typeface="Times New Roman" panose="02020603050405020304" pitchFamily="18" charset="0"/>
              </a:rPr>
              <a:t>number of orders</a:t>
            </a:r>
            <a:r>
              <a:rPr lang="en-US" sz="2000" dirty="0">
                <a:latin typeface="Times New Roman" panose="02020603050405020304" pitchFamily="18" charset="0"/>
                <a:cs typeface="Times New Roman" panose="02020603050405020304" pitchFamily="18" charset="0"/>
              </a:rPr>
              <a:t> originating from the top 10 states during the Diwali sales period. It allows for a quick and intuitive understanding of which states contribute the most and least to the total order volume among the top states.</a:t>
            </a:r>
          </a:p>
        </p:txBody>
      </p:sp>
    </p:spTree>
    <p:extLst>
      <p:ext uri="{BB962C8B-B14F-4D97-AF65-F5344CB8AC3E}">
        <p14:creationId xmlns:p14="http://schemas.microsoft.com/office/powerpoint/2010/main" val="816492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ED2395-077C-DF9D-C9B4-F3BBFE8DA3DB}"/>
              </a:ext>
            </a:extLst>
          </p:cNvPr>
          <p:cNvSpPr>
            <a:spLocks noGrp="1"/>
          </p:cNvSpPr>
          <p:nvPr>
            <p:ph type="title"/>
          </p:nvPr>
        </p:nvSpPr>
        <p:spPr>
          <a:xfrm>
            <a:off x="638882" y="102371"/>
            <a:ext cx="3571810" cy="1345924"/>
          </a:xfrm>
        </p:spPr>
        <p:txBody>
          <a:bodyPr vert="horz" lIns="91440" tIns="45720" rIns="91440" bIns="45720" rtlCol="0" anchor="b">
            <a:normAutofit fontScale="90000"/>
          </a:bodyPr>
          <a:lstStyle/>
          <a:p>
            <a:r>
              <a:rPr lang="en-US" sz="2800" b="1" kern="1200" dirty="0">
                <a:solidFill>
                  <a:schemeClr val="tx1"/>
                </a:solidFill>
                <a:effectLst/>
                <a:latin typeface="+mj-lt"/>
                <a:ea typeface="+mj-ea"/>
                <a:cs typeface="+mj-cs"/>
              </a:rPr>
              <a:t>4</a:t>
            </a:r>
            <a:r>
              <a:rPr lang="en-US" sz="3100" b="1" kern="1200" dirty="0">
                <a:solidFill>
                  <a:schemeClr val="tx1"/>
                </a:solidFill>
                <a:effectLst/>
                <a:latin typeface="+mj-lt"/>
                <a:ea typeface="+mj-ea"/>
                <a:cs typeface="+mj-cs"/>
              </a:rPr>
              <a:t>.10: Total Sales by Age Group.</a:t>
            </a:r>
            <a:br>
              <a:rPr lang="en-US" sz="3100" b="1" kern="1200" dirty="0">
                <a:solidFill>
                  <a:schemeClr val="tx1"/>
                </a:solidFill>
                <a:effectLst/>
                <a:latin typeface="+mj-lt"/>
                <a:ea typeface="+mj-ea"/>
                <a:cs typeface="+mj-cs"/>
              </a:rPr>
            </a:br>
            <a:r>
              <a:rPr lang="en-US" sz="3100" b="1" kern="1200" dirty="0">
                <a:solidFill>
                  <a:schemeClr val="tx1"/>
                </a:solidFill>
                <a:effectLst/>
                <a:latin typeface="+mj-lt"/>
                <a:ea typeface="+mj-ea"/>
                <a:cs typeface="+mj-cs"/>
              </a:rPr>
              <a:t>(Column Chart)</a:t>
            </a:r>
            <a:endParaRPr lang="en-US" sz="5600" kern="1200" dirty="0">
              <a:solidFill>
                <a:schemeClr val="tx1"/>
              </a:solidFill>
              <a:latin typeface="+mj-lt"/>
              <a:ea typeface="+mj-ea"/>
              <a:cs typeface="+mj-cs"/>
            </a:endParaRPr>
          </a:p>
        </p:txBody>
      </p:sp>
      <p:sp>
        <p:nvSpPr>
          <p:cNvPr id="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graph showing sales by age group&#10;&#10;AI-generated content may be incorrect.">
            <a:extLst>
              <a:ext uri="{FF2B5EF4-FFF2-40B4-BE49-F238E27FC236}">
                <a16:creationId xmlns:a16="http://schemas.microsoft.com/office/drawing/2014/main" id="{982DFD9F-F989-D9D6-8A84-F53D2720CF3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030407" y="1448295"/>
            <a:ext cx="7971903" cy="4708980"/>
          </a:xfrm>
          <a:prstGeom prst="rect">
            <a:avLst/>
          </a:prstGeom>
        </p:spPr>
      </p:pic>
      <p:sp>
        <p:nvSpPr>
          <p:cNvPr id="8" name="TextBox 7">
            <a:extLst>
              <a:ext uri="{FF2B5EF4-FFF2-40B4-BE49-F238E27FC236}">
                <a16:creationId xmlns:a16="http://schemas.microsoft.com/office/drawing/2014/main" id="{5CF66E91-9FBD-E53C-9ED0-C91EFD50F234}"/>
              </a:ext>
            </a:extLst>
          </p:cNvPr>
          <p:cNvSpPr txBox="1"/>
          <p:nvPr/>
        </p:nvSpPr>
        <p:spPr>
          <a:xfrm>
            <a:off x="638882" y="1495472"/>
            <a:ext cx="3373821" cy="4708981"/>
          </a:xfrm>
          <a:prstGeom prst="rect">
            <a:avLst/>
          </a:prstGeom>
          <a:noFill/>
        </p:spPr>
        <p:txBody>
          <a:bodyPr wrap="square">
            <a:spAutoFit/>
          </a:bodyPr>
          <a:lstStyle/>
          <a:p>
            <a:r>
              <a:rPr lang="en-US" sz="2000" dirty="0"/>
              <a:t>this chart is to visualize the total sales amount across different age groups. It allows for a comparison of the spending behavior of various age demographics during the Diwali sales period. The height of each bar represents the total sales amount for that particular age group. This visualization helps to identify which age groups contribute the most and least to the overall sales revenue. </a:t>
            </a:r>
          </a:p>
        </p:txBody>
      </p:sp>
    </p:spTree>
    <p:extLst>
      <p:ext uri="{BB962C8B-B14F-4D97-AF65-F5344CB8AC3E}">
        <p14:creationId xmlns:p14="http://schemas.microsoft.com/office/powerpoint/2010/main" val="1446451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C4EB09-93E2-AFEC-935C-F3B520F4F621}"/>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fontScale="90000"/>
          </a:bodyPr>
          <a:lstStyle/>
          <a:p>
            <a:pPr algn="ctr"/>
            <a:r>
              <a:rPr lang="en-US" sz="2200" kern="1200" dirty="0">
                <a:solidFill>
                  <a:srgbClr val="FFFFFF"/>
                </a:solidFill>
                <a:effectLst/>
                <a:latin typeface="+mj-lt"/>
                <a:ea typeface="+mj-ea"/>
                <a:cs typeface="+mj-cs"/>
              </a:rPr>
              <a:t>4.11: Distribution of Amount by Product Category.</a:t>
            </a:r>
            <a:br>
              <a:rPr lang="en-US" sz="2200" kern="1200" dirty="0">
                <a:solidFill>
                  <a:srgbClr val="FFFFFF"/>
                </a:solidFill>
                <a:effectLst/>
                <a:latin typeface="+mj-lt"/>
                <a:ea typeface="+mj-ea"/>
                <a:cs typeface="+mj-cs"/>
              </a:rPr>
            </a:br>
            <a:r>
              <a:rPr lang="en-US" sz="2200" kern="1200" dirty="0">
                <a:solidFill>
                  <a:srgbClr val="FFFFFF"/>
                </a:solidFill>
                <a:effectLst/>
                <a:latin typeface="+mj-lt"/>
                <a:ea typeface="+mj-ea"/>
                <a:cs typeface="+mj-cs"/>
              </a:rPr>
              <a:t>(Box  Plot)</a:t>
            </a:r>
            <a:br>
              <a:rPr lang="en-US" sz="2200" kern="1200" dirty="0">
                <a:solidFill>
                  <a:srgbClr val="FFFFFF"/>
                </a:solidFill>
                <a:effectLst/>
                <a:latin typeface="+mj-lt"/>
                <a:ea typeface="+mj-ea"/>
                <a:cs typeface="+mj-cs"/>
              </a:rPr>
            </a:br>
            <a:endParaRPr lang="en-US" sz="2200" kern="1200" dirty="0">
              <a:solidFill>
                <a:srgbClr val="FFFFFF"/>
              </a:solidFill>
              <a:latin typeface="+mj-lt"/>
              <a:ea typeface="+mj-ea"/>
              <a:cs typeface="+mj-cs"/>
            </a:endParaRPr>
          </a:p>
        </p:txBody>
      </p:sp>
      <p:pic>
        <p:nvPicPr>
          <p:cNvPr id="4" name="Content Placeholder 3">
            <a:extLst>
              <a:ext uri="{FF2B5EF4-FFF2-40B4-BE49-F238E27FC236}">
                <a16:creationId xmlns:a16="http://schemas.microsoft.com/office/drawing/2014/main" id="{BA858063-FA04-D249-F28A-B36A20FB26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16218" y="84084"/>
            <a:ext cx="8675782" cy="4877458"/>
          </a:xfrm>
          <a:prstGeom prst="rect">
            <a:avLst/>
          </a:prstGeom>
        </p:spPr>
      </p:pic>
      <p:sp>
        <p:nvSpPr>
          <p:cNvPr id="3" name="TextBox 2">
            <a:extLst>
              <a:ext uri="{FF2B5EF4-FFF2-40B4-BE49-F238E27FC236}">
                <a16:creationId xmlns:a16="http://schemas.microsoft.com/office/drawing/2014/main" id="{FBB91880-1EDF-E25C-B5D1-EC53ADC1A093}"/>
              </a:ext>
            </a:extLst>
          </p:cNvPr>
          <p:cNvSpPr txBox="1"/>
          <p:nvPr/>
        </p:nvSpPr>
        <p:spPr>
          <a:xfrm>
            <a:off x="3752193" y="5055476"/>
            <a:ext cx="7041931"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this box plot is to visualize and compare the distribution of purchase amounts across different product categories during the Diwali sales .  information can be valuable for business decisions related to inventory, marketing, and pricing strategies for different product categories during the Diwali season.</a:t>
            </a:r>
          </a:p>
        </p:txBody>
      </p:sp>
    </p:spTree>
    <p:extLst>
      <p:ext uri="{BB962C8B-B14F-4D97-AF65-F5344CB8AC3E}">
        <p14:creationId xmlns:p14="http://schemas.microsoft.com/office/powerpoint/2010/main" val="353106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575A102-D95D-4D6E-8F1B-49EED0AEC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3AAD5AA-CF01-36CA-4C98-1A69701818C4}"/>
              </a:ext>
            </a:extLst>
          </p:cNvPr>
          <p:cNvSpPr>
            <a:spLocks noGrp="1"/>
          </p:cNvSpPr>
          <p:nvPr>
            <p:ph type="title"/>
          </p:nvPr>
        </p:nvSpPr>
        <p:spPr>
          <a:xfrm>
            <a:off x="1" y="986862"/>
            <a:ext cx="3647090" cy="4016501"/>
          </a:xfrm>
        </p:spPr>
        <p:txBody>
          <a:bodyPr vert="horz" lIns="91440" tIns="45720" rIns="91440" bIns="45720" rtlCol="0" anchor="b">
            <a:normAutofit fontScale="90000"/>
          </a:bodyPr>
          <a:lstStyle/>
          <a:p>
            <a:pPr algn="r"/>
            <a:r>
              <a:rPr lang="en-US" sz="6200" kern="1200" dirty="0">
                <a:solidFill>
                  <a:srgbClr val="FFFFFF"/>
                </a:solidFill>
                <a:effectLst/>
                <a:latin typeface="+mj-lt"/>
                <a:ea typeface="+mj-ea"/>
                <a:cs typeface="+mj-cs"/>
              </a:rPr>
              <a:t>4.12: Diwali Sales Dashboard.</a:t>
            </a:r>
            <a:br>
              <a:rPr lang="en-US" sz="6200" kern="1200" dirty="0">
                <a:solidFill>
                  <a:srgbClr val="FFFFFF"/>
                </a:solidFill>
                <a:effectLst/>
                <a:latin typeface="+mj-lt"/>
                <a:ea typeface="+mj-ea"/>
                <a:cs typeface="+mj-cs"/>
              </a:rPr>
            </a:br>
            <a:r>
              <a:rPr lang="en-US" sz="6200" kern="1200" dirty="0">
                <a:solidFill>
                  <a:srgbClr val="FFFFFF"/>
                </a:solidFill>
                <a:effectLst/>
                <a:latin typeface="+mj-lt"/>
                <a:ea typeface="+mj-ea"/>
                <a:cs typeface="+mj-cs"/>
              </a:rPr>
              <a:t>(Mix Graph)</a:t>
            </a:r>
            <a:br>
              <a:rPr lang="en-US" sz="6200" kern="1200" dirty="0">
                <a:solidFill>
                  <a:srgbClr val="FFFFFF"/>
                </a:solidFill>
                <a:effectLst/>
                <a:latin typeface="+mj-lt"/>
                <a:ea typeface="+mj-ea"/>
                <a:cs typeface="+mj-cs"/>
              </a:rPr>
            </a:br>
            <a:endParaRPr lang="en-US" sz="6200" kern="1200" dirty="0">
              <a:solidFill>
                <a:srgbClr val="FFFFFF"/>
              </a:solidFill>
              <a:latin typeface="+mj-lt"/>
              <a:ea typeface="+mj-ea"/>
              <a:cs typeface="+mj-cs"/>
            </a:endParaRPr>
          </a:p>
        </p:txBody>
      </p:sp>
      <p:pic>
        <p:nvPicPr>
          <p:cNvPr id="4" name="Content Placeholder 3" descr="A close-up of a chart&#10;&#10;AI-generated content may be incorrect.">
            <a:extLst>
              <a:ext uri="{FF2B5EF4-FFF2-40B4-BE49-F238E27FC236}">
                <a16:creationId xmlns:a16="http://schemas.microsoft.com/office/drawing/2014/main" id="{A280D6D4-F501-6C18-B50D-AD31EBCB03FD}"/>
              </a:ext>
            </a:extLst>
          </p:cNvPr>
          <p:cNvPicPr>
            <a:picLocks noGrp="1" noChangeAspect="1"/>
          </p:cNvPicPr>
          <p:nvPr>
            <p:ph idx="1"/>
          </p:nvPr>
        </p:nvPicPr>
        <p:blipFill>
          <a:blip r:embed="rId2" cstate="print">
            <a:alphaModFix/>
            <a:extLst>
              <a:ext uri="{28A0092B-C50C-407E-A947-70E740481C1C}">
                <a14:useLocalDpi xmlns:a14="http://schemas.microsoft.com/office/drawing/2010/main" val="0"/>
              </a:ext>
            </a:extLst>
          </a:blip>
          <a:stretch>
            <a:fillRect/>
          </a:stretch>
        </p:blipFill>
        <p:spPr>
          <a:xfrm>
            <a:off x="3783725" y="262770"/>
            <a:ext cx="8282152" cy="5927824"/>
          </a:xfrm>
          <a:prstGeom prst="rect">
            <a:avLst/>
          </a:prstGeom>
        </p:spPr>
      </p:pic>
      <p:grpSp>
        <p:nvGrpSpPr>
          <p:cNvPr id="24" name="Group 23">
            <a:extLst>
              <a:ext uri="{FF2B5EF4-FFF2-40B4-BE49-F238E27FC236}">
                <a16:creationId xmlns:a16="http://schemas.microsoft.com/office/drawing/2014/main" id="{CF0FFF1F-79B6-4A13-A464-070CD6F896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42198" y="814999"/>
            <a:ext cx="465458" cy="581435"/>
            <a:chOff x="10942198" y="814999"/>
            <a:chExt cx="465458" cy="581435"/>
          </a:xfrm>
          <a:solidFill>
            <a:srgbClr val="FFFFFF"/>
          </a:solidFill>
        </p:grpSpPr>
        <p:sp>
          <p:nvSpPr>
            <p:cNvPr id="14"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7738" y="81499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grpFill/>
            <a:ln w="603" cap="flat">
              <a:noFill/>
              <a:prstDash val="solid"/>
              <a:miter/>
            </a:ln>
          </p:spPr>
          <p:txBody>
            <a:bodyPr rtlCol="0" anchor="ctr"/>
            <a:lstStyle/>
            <a:p>
              <a:endParaRPr lang="en-US">
                <a:solidFill>
                  <a:srgbClr val="FFFFFF"/>
                </a:solidFill>
              </a:endParaRPr>
            </a:p>
          </p:txBody>
        </p:sp>
        <p:sp>
          <p:nvSpPr>
            <p:cNvPr id="25" name="Graphic 15">
              <a:extLst>
                <a:ext uri="{FF2B5EF4-FFF2-40B4-BE49-F238E27FC236}">
                  <a16:creationId xmlns:a16="http://schemas.microsoft.com/office/drawing/2014/main" id="{8550FED7-7C32-42BB-98DB-30272A633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16518" y="104429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a:solidFill>
                  <a:srgbClr val="FFFFFF"/>
                </a:solidFill>
              </a:endParaRPr>
            </a:p>
          </p:txBody>
        </p:sp>
        <p:sp>
          <p:nvSpPr>
            <p:cNvPr id="16" name="Graphic 21">
              <a:extLst>
                <a:ext uri="{FF2B5EF4-FFF2-40B4-BE49-F238E27FC236}">
                  <a16:creationId xmlns:a16="http://schemas.microsoft.com/office/drawing/2014/main" id="{8D61482F-F3C5-4D66-8C5D-C6BBE3E12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2198" y="1268720"/>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cxnSp>
        <p:nvCxnSpPr>
          <p:cNvPr id="18" name="Straight Connector 17">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9322" y="6274341"/>
            <a:ext cx="11353800"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112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8FCFBA-F866-1F84-76B3-538350C64291}"/>
              </a:ext>
            </a:extLst>
          </p:cNvPr>
          <p:cNvSpPr>
            <a:spLocks noGrp="1"/>
          </p:cNvSpPr>
          <p:nvPr>
            <p:ph type="title"/>
          </p:nvPr>
        </p:nvSpPr>
        <p:spPr>
          <a:xfrm>
            <a:off x="838201" y="345810"/>
            <a:ext cx="5120561" cy="1325563"/>
          </a:xfrm>
        </p:spPr>
        <p:txBody>
          <a:bodyPr>
            <a:normAutofit/>
          </a:bodyPr>
          <a:lstStyle/>
          <a:p>
            <a:r>
              <a:rPr lang="en-US" b="1">
                <a:effectLst/>
                <a:latin typeface="Times New Roman" panose="02020603050405020304" pitchFamily="18" charset="0"/>
                <a:ea typeface="Times New Roman" panose="02020603050405020304" pitchFamily="18" charset="0"/>
              </a:rPr>
              <a:t>5)Conclusion:</a:t>
            </a:r>
            <a:br>
              <a:rPr lang="en-US">
                <a:effectLst/>
                <a:latin typeface="Times New Roman" panose="02020603050405020304" pitchFamily="18" charset="0"/>
                <a:ea typeface="Times New Roman" panose="02020603050405020304" pitchFamily="18" charset="0"/>
              </a:rPr>
            </a:br>
            <a:endParaRPr lang="en-US"/>
          </a:p>
        </p:txBody>
      </p:sp>
      <p:sp>
        <p:nvSpPr>
          <p:cNvPr id="3" name="Content Placeholder 2">
            <a:extLst>
              <a:ext uri="{FF2B5EF4-FFF2-40B4-BE49-F238E27FC236}">
                <a16:creationId xmlns:a16="http://schemas.microsoft.com/office/drawing/2014/main" id="{61F6E0C1-129E-72B1-AB0B-47CC5145080C}"/>
              </a:ext>
            </a:extLst>
          </p:cNvPr>
          <p:cNvSpPr>
            <a:spLocks noGrp="1"/>
          </p:cNvSpPr>
          <p:nvPr>
            <p:ph idx="1"/>
          </p:nvPr>
        </p:nvSpPr>
        <p:spPr>
          <a:xfrm>
            <a:off x="838201" y="1208690"/>
            <a:ext cx="5092194" cy="4968273"/>
          </a:xfrm>
        </p:spPr>
        <p:txBody>
          <a:bodyPr>
            <a:normAutofit fontScale="70000" lnSpcReduction="20000"/>
          </a:bodyPr>
          <a:lstStyle/>
          <a:p>
            <a:pPr marR="0" indent="0">
              <a:spcAft>
                <a:spcPts val="800"/>
              </a:spcAft>
              <a:buNone/>
            </a:pPr>
            <a:r>
              <a:rPr lang="en-US" dirty="0">
                <a:effectLst/>
                <a:latin typeface="Times New Roman" panose="02020603050405020304" pitchFamily="18" charset="0"/>
                <a:ea typeface="Times New Roman" panose="02020603050405020304" pitchFamily="18" charset="0"/>
              </a:rPr>
              <a:t>The </a:t>
            </a:r>
            <a:r>
              <a:rPr lang="en-US" b="1" dirty="0">
                <a:effectLst/>
                <a:latin typeface="Times New Roman" panose="02020603050405020304" pitchFamily="18" charset="0"/>
                <a:ea typeface="Times New Roman" panose="02020603050405020304" pitchFamily="18" charset="0"/>
              </a:rPr>
              <a:t>Diwali Sales Dashboard</a:t>
            </a:r>
            <a:r>
              <a:rPr lang="en-US" dirty="0">
                <a:effectLst/>
                <a:latin typeface="Times New Roman" panose="02020603050405020304" pitchFamily="18" charset="0"/>
                <a:ea typeface="Times New Roman" panose="02020603050405020304" pitchFamily="18" charset="0"/>
              </a:rPr>
              <a:t> offers a comprehensive and visually appealing analysis of various factors influencing sales during the Diwali season, combining a diverse set of charts and graphs to present data from multiple perspectives. The analysis uses a real-world dataset, which includes demographic details, sales amounts, and product categories, to identify key trends and insights from the Diwali sales campaign.</a:t>
            </a:r>
          </a:p>
          <a:p>
            <a:pPr indent="0">
              <a:spcAft>
                <a:spcPts val="800"/>
              </a:spcAft>
              <a:buNone/>
            </a:pPr>
            <a:r>
              <a:rPr lang="en-US" dirty="0">
                <a:effectLst/>
                <a:latin typeface="Times New Roman" panose="02020603050405020304" pitchFamily="18" charset="0"/>
                <a:ea typeface="Times New Roman" panose="02020603050405020304" pitchFamily="18" charset="0"/>
              </a:rPr>
              <a:t>The overall dashboard provides a holistic view of </a:t>
            </a:r>
            <a:r>
              <a:rPr lang="en-US" b="1" dirty="0">
                <a:effectLst/>
                <a:latin typeface="Times New Roman" panose="02020603050405020304" pitchFamily="18" charset="0"/>
                <a:ea typeface="Times New Roman" panose="02020603050405020304" pitchFamily="18" charset="0"/>
              </a:rPr>
              <a:t>Diwali sales</a:t>
            </a:r>
            <a:r>
              <a:rPr lang="en-US" dirty="0">
                <a:effectLst/>
                <a:latin typeface="Times New Roman" panose="02020603050405020304" pitchFamily="18" charset="0"/>
                <a:ea typeface="Times New Roman" panose="02020603050405020304" pitchFamily="18" charset="0"/>
              </a:rPr>
              <a:t>, combining both demographic and product-level insights. The seamless integration of various visualization types—pie, bar, dot, count, and radial charts—ensures that the user can easily interpret different aspects of the data, from customer demographics to sales distribution across geographical regions and product categories.</a:t>
            </a:r>
          </a:p>
          <a:p>
            <a:pPr marR="0" indent="0">
              <a:spcAft>
                <a:spcPts val="800"/>
              </a:spcAft>
              <a:buNone/>
            </a:pPr>
            <a:endParaRPr lang="en-US" sz="1100" dirty="0">
              <a:effectLst/>
              <a:latin typeface="Times New Roman" panose="02020603050405020304" pitchFamily="18" charset="0"/>
              <a:ea typeface="Times New Roman" panose="02020603050405020304" pitchFamily="18" charset="0"/>
            </a:endParaRPr>
          </a:p>
          <a:p>
            <a:endParaRPr lang="en-US" sz="1100" dirty="0"/>
          </a:p>
        </p:txBody>
      </p:sp>
      <p:sp>
        <p:nvSpPr>
          <p:cNvPr id="20" name="Oval 19">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3" name="Picture 12" descr="Digital financial graph">
            <a:extLst>
              <a:ext uri="{FF2B5EF4-FFF2-40B4-BE49-F238E27FC236}">
                <a16:creationId xmlns:a16="http://schemas.microsoft.com/office/drawing/2014/main" id="{F2E14442-3C42-1771-315B-A9D59C11F789}"/>
              </a:ext>
            </a:extLst>
          </p:cNvPr>
          <p:cNvPicPr>
            <a:picLocks noChangeAspect="1"/>
          </p:cNvPicPr>
          <p:nvPr/>
        </p:nvPicPr>
        <p:blipFill>
          <a:blip r:embed="rId2"/>
          <a:srcRect l="28730" r="12835" b="1"/>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2" name="Arc 21">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 name="Picture 3" descr="Digital financial graph">
            <a:extLst>
              <a:ext uri="{FF2B5EF4-FFF2-40B4-BE49-F238E27FC236}">
                <a16:creationId xmlns:a16="http://schemas.microsoft.com/office/drawing/2014/main" id="{E7E208D4-2F10-F5EE-546B-D0B3F6E8E38E}"/>
              </a:ext>
            </a:extLst>
          </p:cNvPr>
          <p:cNvPicPr>
            <a:picLocks noChangeAspect="1"/>
          </p:cNvPicPr>
          <p:nvPr/>
        </p:nvPicPr>
        <p:blipFill>
          <a:blip r:embed="rId2"/>
          <a:srcRect l="25043" r="9141" b="-4"/>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4288364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30B129-7E8D-4878-CB2A-4619FFBA589B}"/>
              </a:ext>
            </a:extLst>
          </p:cNvPr>
          <p:cNvSpPr>
            <a:spLocks noGrp="1"/>
          </p:cNvSpPr>
          <p:nvPr>
            <p:ph type="title"/>
          </p:nvPr>
        </p:nvSpPr>
        <p:spPr>
          <a:xfrm>
            <a:off x="0" y="0"/>
            <a:ext cx="6396689" cy="477998"/>
          </a:xfrm>
        </p:spPr>
        <p:txBody>
          <a:bodyPr>
            <a:normAutofit fontScale="90000"/>
          </a:bodyPr>
          <a:lstStyle/>
          <a:p>
            <a:r>
              <a:rPr lang="en-US" b="1" dirty="0">
                <a:effectLst/>
                <a:latin typeface="Times New Roman" panose="02020603050405020304" pitchFamily="18" charset="0"/>
                <a:ea typeface="Times New Roman" panose="02020603050405020304" pitchFamily="18" charset="0"/>
              </a:rPr>
              <a:t>6).Future Scope</a:t>
            </a:r>
            <a:endParaRPr lang="en-US" dirty="0"/>
          </a:p>
        </p:txBody>
      </p:sp>
      <p:sp>
        <p:nvSpPr>
          <p:cNvPr id="27"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Content Placeholder 2">
            <a:extLst>
              <a:ext uri="{FF2B5EF4-FFF2-40B4-BE49-F238E27FC236}">
                <a16:creationId xmlns:a16="http://schemas.microsoft.com/office/drawing/2014/main" id="{B8E0AE0C-1C69-586F-ED5E-4537D03B84F7}"/>
              </a:ext>
            </a:extLst>
          </p:cNvPr>
          <p:cNvSpPr>
            <a:spLocks noGrp="1"/>
          </p:cNvSpPr>
          <p:nvPr>
            <p:ph idx="1"/>
          </p:nvPr>
        </p:nvSpPr>
        <p:spPr>
          <a:xfrm>
            <a:off x="0" y="584616"/>
            <a:ext cx="6655633" cy="6273384"/>
          </a:xfrm>
        </p:spPr>
        <p:txBody>
          <a:bodyPr>
            <a:normAutofit/>
          </a:bodyPr>
          <a:lstStyle/>
          <a:p>
            <a:pPr>
              <a:buNone/>
            </a:pPr>
            <a:r>
              <a:rPr lang="en-US" sz="1200" b="1" dirty="0">
                <a:latin typeface="Times New Roman" panose="02020603050405020304" pitchFamily="18" charset="0"/>
                <a:cs typeface="Times New Roman" panose="02020603050405020304" pitchFamily="18" charset="0"/>
              </a:rPr>
              <a:t>6.1 Predictive &amp; Adaptive Modelling:</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Relation to Image:</a:t>
            </a:r>
            <a:r>
              <a:rPr lang="en-US" sz="1200" dirty="0">
                <a:latin typeface="Times New Roman" panose="02020603050405020304" pitchFamily="18" charset="0"/>
                <a:cs typeface="Times New Roman" panose="02020603050405020304" pitchFamily="18" charset="0"/>
              </a:rPr>
              <a:t> If the image plots meteorite fall locations (latitude, longitude), this visual dataset can serve as a strong foundation for training machine learning models such as regression, decision trees, or neural networks.</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Practical Tip:</a:t>
            </a:r>
            <a:r>
              <a:rPr lang="en-US" sz="1200" dirty="0">
                <a:latin typeface="Times New Roman" panose="02020603050405020304" pitchFamily="18" charset="0"/>
                <a:cs typeface="Times New Roman" panose="02020603050405020304" pitchFamily="18" charset="0"/>
              </a:rPr>
              <a:t> Label this map data and prepare it into feature sets (e.g., location, mass, year) to begin building your ML pipeline.</a:t>
            </a:r>
          </a:p>
          <a:p>
            <a:pPr>
              <a:buNone/>
            </a:pPr>
            <a:r>
              <a:rPr lang="en-US" sz="1200" b="1" dirty="0">
                <a:latin typeface="Times New Roman" panose="02020603050405020304" pitchFamily="18" charset="0"/>
                <a:cs typeface="Times New Roman" panose="02020603050405020304" pitchFamily="18" charset="0"/>
              </a:rPr>
              <a:t>6.2 Time Series Analysis:</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Relation to Image:</a:t>
            </a:r>
            <a:r>
              <a:rPr lang="en-US" sz="1200" dirty="0">
                <a:latin typeface="Times New Roman" panose="02020603050405020304" pitchFamily="18" charset="0"/>
                <a:cs typeface="Times New Roman" panose="02020603050405020304" pitchFamily="18" charset="0"/>
              </a:rPr>
              <a:t> If the image includes timestamps or temporal patterns (e.g., by color or marker type), this can be used to apply ARIMA, LSTM, or Prophet models for forecasting.</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Next Step:</a:t>
            </a:r>
            <a:r>
              <a:rPr lang="en-US" sz="1200" dirty="0">
                <a:latin typeface="Times New Roman" panose="02020603050405020304" pitchFamily="18" charset="0"/>
                <a:cs typeface="Times New Roman" panose="02020603050405020304" pitchFamily="18" charset="0"/>
              </a:rPr>
              <a:t> Group data by year or month, plot trends, and feed it into time-aware models to see seasonal or periodic meteorite behavior.</a:t>
            </a:r>
          </a:p>
          <a:p>
            <a:pPr>
              <a:buNone/>
            </a:pPr>
            <a:r>
              <a:rPr lang="en-US" sz="1200" b="1" dirty="0">
                <a:latin typeface="Times New Roman" panose="02020603050405020304" pitchFamily="18" charset="0"/>
                <a:cs typeface="Times New Roman" panose="02020603050405020304" pitchFamily="18" charset="0"/>
              </a:rPr>
              <a:t>6.3 Clustering Methodology:</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Relation to Image:</a:t>
            </a:r>
            <a:r>
              <a:rPr lang="en-US" sz="1200" dirty="0">
                <a:latin typeface="Times New Roman" panose="02020603050405020304" pitchFamily="18" charset="0"/>
                <a:cs typeface="Times New Roman" panose="02020603050405020304" pitchFamily="18" charset="0"/>
              </a:rPr>
              <a:t> The distribution and density of points may reveal natural clusters—K-Means or DBSCAN can help formalize these clusters.</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Insight:</a:t>
            </a:r>
            <a:r>
              <a:rPr lang="en-US" sz="1200" dirty="0">
                <a:latin typeface="Times New Roman" panose="02020603050405020304" pitchFamily="18" charset="0"/>
                <a:cs typeface="Times New Roman" panose="02020603050405020304" pitchFamily="18" charset="0"/>
              </a:rPr>
              <a:t> You might discover that certain meteorite types or masses are region-specific or era-specific—use this to guide further scientific queries.</a:t>
            </a:r>
          </a:p>
          <a:p>
            <a:pPr>
              <a:buNone/>
            </a:pPr>
            <a:r>
              <a:rPr lang="en-US" sz="1200" b="1" dirty="0">
                <a:latin typeface="Times New Roman" panose="02020603050405020304" pitchFamily="18" charset="0"/>
                <a:cs typeface="Times New Roman" panose="02020603050405020304" pitchFamily="18" charset="0"/>
              </a:rPr>
              <a:t> 6.4 Impact Analysis of Outliers:</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Relation to Image:</a:t>
            </a:r>
            <a:r>
              <a:rPr lang="en-US" sz="1200" dirty="0">
                <a:latin typeface="Times New Roman" panose="02020603050405020304" pitchFamily="18" charset="0"/>
                <a:cs typeface="Times New Roman" panose="02020603050405020304" pitchFamily="18" charset="0"/>
              </a:rPr>
              <a:t> If some markers are significantly larger or darker, they could represent higher mass meteorites—key outliers for impact study.</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What to Do:</a:t>
            </a:r>
            <a:r>
              <a:rPr lang="en-US" sz="1200" dirty="0">
                <a:latin typeface="Times New Roman" panose="02020603050405020304" pitchFamily="18" charset="0"/>
                <a:cs typeface="Times New Roman" panose="02020603050405020304" pitchFamily="18" charset="0"/>
              </a:rPr>
              <a:t> Analyze these data points separately. Cross-reference with known meteorite events that caused atmospheric or geological changes.</a:t>
            </a:r>
          </a:p>
          <a:p>
            <a:pPr>
              <a:buNone/>
            </a:pPr>
            <a:r>
              <a:rPr lang="en-US" sz="1200" b="1" dirty="0">
                <a:latin typeface="Times New Roman" panose="02020603050405020304" pitchFamily="18" charset="0"/>
                <a:cs typeface="Times New Roman" panose="02020603050405020304" pitchFamily="18" charset="0"/>
              </a:rPr>
              <a:t> 6.5 Real-Time Data Integration:</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Relation to Image:</a:t>
            </a:r>
            <a:r>
              <a:rPr lang="en-US" sz="1200" dirty="0">
                <a:latin typeface="Times New Roman" panose="02020603050405020304" pitchFamily="18" charset="0"/>
                <a:cs typeface="Times New Roman" panose="02020603050405020304" pitchFamily="18" charset="0"/>
              </a:rPr>
              <a:t> While this static image represents historical data, layering real-time feeds over a similar visualization would create a dynamic tool.</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How to Build:</a:t>
            </a:r>
            <a:r>
              <a:rPr lang="en-US" sz="1200" dirty="0">
                <a:latin typeface="Times New Roman" panose="02020603050405020304" pitchFamily="18" charset="0"/>
                <a:cs typeface="Times New Roman" panose="02020603050405020304" pitchFamily="18" charset="0"/>
              </a:rPr>
              <a:t> Use satellite feeds, telescopic input, or APIs (e.g., NASA's Near Earth Object Web Service) and pipe data into a visual dashboard.</a:t>
            </a:r>
          </a:p>
          <a:p>
            <a:endParaRPr lang="en-US" sz="700" dirty="0"/>
          </a:p>
        </p:txBody>
      </p:sp>
      <p:sp>
        <p:nvSpPr>
          <p:cNvPr id="29" name="Oval 28">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1" name="Arc 30">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2"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9971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127</TotalTime>
  <Words>1578</Words>
  <Application>Microsoft Macintosh PowerPoint</Application>
  <PresentationFormat>Widescreen</PresentationFormat>
  <Paragraphs>62</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Times New Roman</vt:lpstr>
      <vt:lpstr>Office Theme</vt:lpstr>
      <vt:lpstr>  INT-375 Data Science Toolbox: Python Programming  PROJECT REPORT (Project Semester January-April 2025)</vt:lpstr>
      <vt:lpstr>1)Introduction:</vt:lpstr>
      <vt:lpstr>2)Dataset Preprocessing: </vt:lpstr>
      <vt:lpstr>2.Redefine Columns: To enhance readability and structure it is prominent to rename the columns accordingly as it allows in more descriptive and efficient analysis. The following code is to redefine all the columns at once:</vt:lpstr>
      <vt:lpstr>4).Analysis on Dataset</vt:lpstr>
      <vt:lpstr>b).Objective-2: To Compare Gender wise count across age group(Column Chart):  The “Age Group” and “Gender” columns in the dataset provide categorical data that help in identifying purchase behavior patterns across different demographics. By comparing the count of male and female customers across age groups, we can uncover which age group contributed the most during Diwali shopping, and whether there is a gender-based preference or dominance in any age bracket.   </vt:lpstr>
      <vt:lpstr>c).Objective-3: To Show top 10 state by total Sales amount(Row Chart).   The “State” column in the dataset helps in identifying which Indian states contributed most to the total sales during the Diwali season. By aggregating the total sales (Amount) across different states, we can determine regional patterns of consumer behavior, helping retailers and marketers understand which geographical areas are most profitable. This analysis can be used to optimize supply chain planning, allocate promotional budgets wisely, and focus on states with higher consumer demand during festivals.      </vt:lpstr>
      <vt:lpstr>d).Objective-4: To Change for marital Status analysis:  In the context of consumer analytics, marital status can often influence shopping behavior, especially during culturally significant periods like Diwali. The dataset contains a column labeled “Shaadi” (representing Marital Status), where customers are categorized as either Married or Unmarried.  </vt:lpstr>
      <vt:lpstr>e).Objective-5:To Visualize distribution of customer by occupation:  The “Occupation” column in the dataset represents the professional background of the customers, such as IT Sector, Healthcare, Government, and other industry types. Understanding the distribution of customers by occupation helps in identifying which professional groups are more active participants in festive season purchases. This analysis provides useful insight into consumer behavior across different economic segments and helps in tailoring marketing strategies to suit the buying patterns of specific occupational groups. </vt:lpstr>
      <vt:lpstr>4.6: Top 10 M4.6: Top 10 Most Sold Products.  (Line Chart)</vt:lpstr>
      <vt:lpstr>4.7: Correlation Matrix of numeric features.(Heat Map) </vt:lpstr>
      <vt:lpstr>4.8: Top 10 Products by Orders.(Donut Chart)</vt:lpstr>
      <vt:lpstr>4.9: Top 10 states by number of orders.(Polar Chart)</vt:lpstr>
      <vt:lpstr>4.10: Total Sales by Age Group. (Column Chart)</vt:lpstr>
      <vt:lpstr>4.11: Distribution of Amount by Product Category. (Box  Plot) </vt:lpstr>
      <vt:lpstr>4.12: Diwali Sales Dashboard. (Mix Graph) </vt:lpstr>
      <vt:lpstr>5)Conclusion: </vt:lpstr>
      <vt:lpstr>6).Future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Saurabh Kumar Kumar</dc:creator>
  <cp:lastModifiedBy>Saurabh Kumar Kumar</cp:lastModifiedBy>
  <cp:revision>7</cp:revision>
  <dcterms:created xsi:type="dcterms:W3CDTF">2025-04-16T06:01:08Z</dcterms:created>
  <dcterms:modified xsi:type="dcterms:W3CDTF">2025-04-17T09:43:02Z</dcterms:modified>
</cp:coreProperties>
</file>